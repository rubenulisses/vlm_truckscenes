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3.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4.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724" r:id="rId3"/>
  </p:sldMasterIdLst>
  <p:notesMasterIdLst>
    <p:notesMasterId r:id="rId21"/>
  </p:notesMasterIdLst>
  <p:sldIdLst>
    <p:sldId id="256" r:id="rId4"/>
    <p:sldId id="257" r:id="rId5"/>
    <p:sldId id="272" r:id="rId6"/>
    <p:sldId id="261" r:id="rId7"/>
    <p:sldId id="259" r:id="rId8"/>
    <p:sldId id="262" r:id="rId9"/>
    <p:sldId id="267" r:id="rId10"/>
    <p:sldId id="266" r:id="rId11"/>
    <p:sldId id="268" r:id="rId12"/>
    <p:sldId id="270" r:id="rId13"/>
    <p:sldId id="263" r:id="rId14"/>
    <p:sldId id="273" r:id="rId15"/>
    <p:sldId id="274" r:id="rId16"/>
    <p:sldId id="264" r:id="rId17"/>
    <p:sldId id="265" r:id="rId18"/>
    <p:sldId id="271" r:id="rId19"/>
    <p:sldId id="269" r:id="rId20"/>
  </p:sldIdLst>
  <p:sldSz cx="12192000" cy="6858000"/>
  <p:notesSz cx="6858000" cy="9144000"/>
  <p:embeddedFontLst>
    <p:embeddedFont>
      <p:font typeface="Scania Office" pitchFamily="2" charset="77"/>
      <p:regular r:id="rId22"/>
    </p:embeddedFont>
    <p:embeddedFont>
      <p:font typeface="Scania Office Bold" pitchFamily="2" charset="77"/>
      <p:bold r:id="rId23"/>
    </p:embeddedFont>
    <p:embeddedFont>
      <p:font typeface="Scania Office Headline" pitchFamily="2" charset="77"/>
      <p:regular r:id="rId24"/>
    </p:embeddedFont>
  </p:embeddedFontLst>
  <p:defaultTextStyle>
    <a:defPPr>
      <a:defRPr lang="sv-S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53565A"/>
    <a:srgbClr val="C8C9C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83" autoAdjust="0"/>
    <p:restoredTop sz="90098"/>
  </p:normalViewPr>
  <p:slideViewPr>
    <p:cSldViewPr snapToGrid="0">
      <p:cViewPr>
        <p:scale>
          <a:sx n="111" d="100"/>
          <a:sy n="111" d="100"/>
        </p:scale>
        <p:origin x="2592" y="5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viewProps" Target="viewProps.xml"/><Relationship Id="rId3" Type="http://schemas.openxmlformats.org/officeDocument/2006/relationships/slideMaster" Target="slideMasters/slideMaster1.xml"/><Relationship Id="rId21" Type="http://schemas.openxmlformats.org/officeDocument/2006/relationships/notesMaster" Target="notesMasters/notesMaster1.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3.xml"/><Relationship Id="rId20" Type="http://schemas.openxmlformats.org/officeDocument/2006/relationships/slide" Target="slides/slide17.xml"/><Relationship Id="rId1" Type="http://schemas.openxmlformats.org/officeDocument/2006/relationships/customXml" Target="../customXml/item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font" Target="fonts/font3.fntdata"/><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font" Target="fonts/font2.fntdata"/><Relationship Id="rId28" Type="http://schemas.openxmlformats.org/officeDocument/2006/relationships/tableStyles" Target="tableStyles.xml"/><Relationship Id="rId10" Type="http://schemas.openxmlformats.org/officeDocument/2006/relationships/slide" Target="slides/slide7.xml"/><Relationship Id="rId19" Type="http://schemas.openxmlformats.org/officeDocument/2006/relationships/slide" Target="slides/slide16.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font" Target="fonts/font1.fntdata"/><Relationship Id="rId27" Type="http://schemas.openxmlformats.org/officeDocument/2006/relationships/theme" Target="theme/theme1.xml"/></Relationships>
</file>

<file path=ppt/diagrams/_rels/data2.xml.rels><?xml version="1.0" encoding="UTF-8" standalone="yes"?>
<Relationships xmlns="http://schemas.openxmlformats.org/package/2006/relationships"><Relationship Id="rId8" Type="http://schemas.openxmlformats.org/officeDocument/2006/relationships/image" Target="../media/image10.sv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image" Target="../media/image4.svg"/><Relationship Id="rId1" Type="http://schemas.openxmlformats.org/officeDocument/2006/relationships/image" Target="../media/image3.png"/><Relationship Id="rId6" Type="http://schemas.openxmlformats.org/officeDocument/2006/relationships/image" Target="../media/image8.svg"/><Relationship Id="rId5" Type="http://schemas.openxmlformats.org/officeDocument/2006/relationships/image" Target="../media/image7.png"/><Relationship Id="rId10" Type="http://schemas.openxmlformats.org/officeDocument/2006/relationships/image" Target="../media/image12.svg"/><Relationship Id="rId4" Type="http://schemas.openxmlformats.org/officeDocument/2006/relationships/image" Target="../media/image6.svg"/><Relationship Id="rId9" Type="http://schemas.openxmlformats.org/officeDocument/2006/relationships/image" Target="../media/image11.png"/></Relationships>
</file>

<file path=ppt/diagrams/_rels/data8.xml.rels><?xml version="1.0" encoding="UTF-8" standalone="yes"?>
<Relationships xmlns="http://schemas.openxmlformats.org/package/2006/relationships"><Relationship Id="rId8" Type="http://schemas.openxmlformats.org/officeDocument/2006/relationships/image" Target="../media/image4.svg"/><Relationship Id="rId3" Type="http://schemas.openxmlformats.org/officeDocument/2006/relationships/image" Target="../media/image18.png"/><Relationship Id="rId7" Type="http://schemas.openxmlformats.org/officeDocument/2006/relationships/image" Target="../media/image3.png"/><Relationship Id="rId2" Type="http://schemas.openxmlformats.org/officeDocument/2006/relationships/image" Target="../media/image17.svg"/><Relationship Id="rId1" Type="http://schemas.openxmlformats.org/officeDocument/2006/relationships/image" Target="../media/image16.png"/><Relationship Id="rId6" Type="http://schemas.openxmlformats.org/officeDocument/2006/relationships/image" Target="../media/image21.svg"/><Relationship Id="rId5" Type="http://schemas.openxmlformats.org/officeDocument/2006/relationships/image" Target="../media/image20.png"/><Relationship Id="rId10" Type="http://schemas.openxmlformats.org/officeDocument/2006/relationships/image" Target="../media/image23.svg"/><Relationship Id="rId4" Type="http://schemas.openxmlformats.org/officeDocument/2006/relationships/image" Target="../media/image19.svg"/><Relationship Id="rId9" Type="http://schemas.openxmlformats.org/officeDocument/2006/relationships/image" Target="../media/image22.png"/></Relationships>
</file>

<file path=ppt/diagrams/_rels/data9.xml.rels><?xml version="1.0" encoding="UTF-8" standalone="yes"?>
<Relationships xmlns="http://schemas.openxmlformats.org/package/2006/relationships"><Relationship Id="rId8" Type="http://schemas.openxmlformats.org/officeDocument/2006/relationships/image" Target="../media/image29.svg"/><Relationship Id="rId3" Type="http://schemas.openxmlformats.org/officeDocument/2006/relationships/image" Target="../media/image22.png"/><Relationship Id="rId7" Type="http://schemas.openxmlformats.org/officeDocument/2006/relationships/image" Target="../media/image28.png"/><Relationship Id="rId12" Type="http://schemas.openxmlformats.org/officeDocument/2006/relationships/image" Target="../media/image33.svg"/><Relationship Id="rId2" Type="http://schemas.openxmlformats.org/officeDocument/2006/relationships/image" Target="../media/image25.svg"/><Relationship Id="rId1" Type="http://schemas.openxmlformats.org/officeDocument/2006/relationships/image" Target="../media/image24.png"/><Relationship Id="rId6" Type="http://schemas.openxmlformats.org/officeDocument/2006/relationships/image" Target="../media/image27.svg"/><Relationship Id="rId11" Type="http://schemas.openxmlformats.org/officeDocument/2006/relationships/image" Target="../media/image32.png"/><Relationship Id="rId5" Type="http://schemas.openxmlformats.org/officeDocument/2006/relationships/image" Target="../media/image26.png"/><Relationship Id="rId10" Type="http://schemas.openxmlformats.org/officeDocument/2006/relationships/image" Target="../media/image31.svg"/><Relationship Id="rId4" Type="http://schemas.openxmlformats.org/officeDocument/2006/relationships/image" Target="../media/image23.svg"/><Relationship Id="rId9" Type="http://schemas.openxmlformats.org/officeDocument/2006/relationships/image" Target="../media/image30.png"/></Relationships>
</file>

<file path=ppt/diagrams/_rels/drawing2.xml.rels><?xml version="1.0" encoding="UTF-8" standalone="yes"?>
<Relationships xmlns="http://schemas.openxmlformats.org/package/2006/relationships"><Relationship Id="rId8" Type="http://schemas.openxmlformats.org/officeDocument/2006/relationships/image" Target="../media/image10.sv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image" Target="../media/image4.svg"/><Relationship Id="rId1" Type="http://schemas.openxmlformats.org/officeDocument/2006/relationships/image" Target="../media/image3.png"/><Relationship Id="rId6" Type="http://schemas.openxmlformats.org/officeDocument/2006/relationships/image" Target="../media/image8.svg"/><Relationship Id="rId5" Type="http://schemas.openxmlformats.org/officeDocument/2006/relationships/image" Target="../media/image7.png"/><Relationship Id="rId10" Type="http://schemas.openxmlformats.org/officeDocument/2006/relationships/image" Target="../media/image12.svg"/><Relationship Id="rId4" Type="http://schemas.openxmlformats.org/officeDocument/2006/relationships/image" Target="../media/image6.svg"/><Relationship Id="rId9" Type="http://schemas.openxmlformats.org/officeDocument/2006/relationships/image" Target="../media/image11.png"/></Relationships>
</file>

<file path=ppt/diagrams/_rels/drawing8.xml.rels><?xml version="1.0" encoding="UTF-8" standalone="yes"?>
<Relationships xmlns="http://schemas.openxmlformats.org/package/2006/relationships"><Relationship Id="rId8" Type="http://schemas.openxmlformats.org/officeDocument/2006/relationships/image" Target="../media/image4.svg"/><Relationship Id="rId3" Type="http://schemas.openxmlformats.org/officeDocument/2006/relationships/image" Target="../media/image18.png"/><Relationship Id="rId7" Type="http://schemas.openxmlformats.org/officeDocument/2006/relationships/image" Target="../media/image3.png"/><Relationship Id="rId2" Type="http://schemas.openxmlformats.org/officeDocument/2006/relationships/image" Target="../media/image17.svg"/><Relationship Id="rId1" Type="http://schemas.openxmlformats.org/officeDocument/2006/relationships/image" Target="../media/image16.png"/><Relationship Id="rId6" Type="http://schemas.openxmlformats.org/officeDocument/2006/relationships/image" Target="../media/image21.svg"/><Relationship Id="rId5" Type="http://schemas.openxmlformats.org/officeDocument/2006/relationships/image" Target="../media/image20.png"/><Relationship Id="rId10" Type="http://schemas.openxmlformats.org/officeDocument/2006/relationships/image" Target="../media/image23.svg"/><Relationship Id="rId4" Type="http://schemas.openxmlformats.org/officeDocument/2006/relationships/image" Target="../media/image19.svg"/><Relationship Id="rId9" Type="http://schemas.openxmlformats.org/officeDocument/2006/relationships/image" Target="../media/image22.png"/></Relationships>
</file>

<file path=ppt/diagrams/_rels/drawing9.xml.rels><?xml version="1.0" encoding="UTF-8" standalone="yes"?>
<Relationships xmlns="http://schemas.openxmlformats.org/package/2006/relationships"><Relationship Id="rId8" Type="http://schemas.openxmlformats.org/officeDocument/2006/relationships/image" Target="../media/image29.svg"/><Relationship Id="rId3" Type="http://schemas.openxmlformats.org/officeDocument/2006/relationships/image" Target="../media/image22.png"/><Relationship Id="rId7" Type="http://schemas.openxmlformats.org/officeDocument/2006/relationships/image" Target="../media/image28.png"/><Relationship Id="rId12" Type="http://schemas.openxmlformats.org/officeDocument/2006/relationships/image" Target="../media/image33.svg"/><Relationship Id="rId2" Type="http://schemas.openxmlformats.org/officeDocument/2006/relationships/image" Target="../media/image25.svg"/><Relationship Id="rId1" Type="http://schemas.openxmlformats.org/officeDocument/2006/relationships/image" Target="../media/image24.png"/><Relationship Id="rId6" Type="http://schemas.openxmlformats.org/officeDocument/2006/relationships/image" Target="../media/image27.svg"/><Relationship Id="rId11" Type="http://schemas.openxmlformats.org/officeDocument/2006/relationships/image" Target="../media/image32.png"/><Relationship Id="rId5" Type="http://schemas.openxmlformats.org/officeDocument/2006/relationships/image" Target="../media/image26.png"/><Relationship Id="rId10" Type="http://schemas.openxmlformats.org/officeDocument/2006/relationships/image" Target="../media/image31.svg"/><Relationship Id="rId4" Type="http://schemas.openxmlformats.org/officeDocument/2006/relationships/image" Target="../media/image23.svg"/><Relationship Id="rId9" Type="http://schemas.openxmlformats.org/officeDocument/2006/relationships/image" Target="../media/image30.pn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E2EB24B-FA59-48CC-8EB8-9B03A20D6E2D}"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en-US"/>
        </a:p>
      </dgm:t>
    </dgm:pt>
    <dgm:pt modelId="{EFF4CB3D-8167-4B08-A420-D1343E1E0F4B}">
      <dgm:prSet/>
      <dgm:spPr/>
      <dgm:t>
        <a:bodyPr/>
        <a:lstStyle/>
        <a:p>
          <a:r>
            <a:rPr lang="en-US" b="1"/>
            <a:t>What We Want to Achieve</a:t>
          </a:r>
          <a:r>
            <a:rPr lang="en-US"/>
            <a:t>: </a:t>
          </a:r>
        </a:p>
      </dgm:t>
    </dgm:pt>
    <dgm:pt modelId="{EE9DAC9C-3335-404D-A5BC-6B9C63CA6B5C}" type="parTrans" cxnId="{FEDB1F1D-E4A8-49AA-84AA-1696F0825D1C}">
      <dgm:prSet/>
      <dgm:spPr/>
      <dgm:t>
        <a:bodyPr/>
        <a:lstStyle/>
        <a:p>
          <a:endParaRPr lang="en-US"/>
        </a:p>
      </dgm:t>
    </dgm:pt>
    <dgm:pt modelId="{697870F6-4FE3-400C-8A5F-BB74057E025E}" type="sibTrans" cxnId="{FEDB1F1D-E4A8-49AA-84AA-1696F0825D1C}">
      <dgm:prSet/>
      <dgm:spPr/>
      <dgm:t>
        <a:bodyPr/>
        <a:lstStyle/>
        <a:p>
          <a:endParaRPr lang="en-US"/>
        </a:p>
      </dgm:t>
    </dgm:pt>
    <dgm:pt modelId="{C6F81B57-1D5B-459F-AD22-48BA523923BB}">
      <dgm:prSet/>
      <dgm:spPr/>
      <dgm:t>
        <a:bodyPr/>
        <a:lstStyle/>
        <a:p>
          <a:r>
            <a:rPr lang="en-US" dirty="0"/>
            <a:t>To determine if the VLM model can perform at a level comparable to human annotators in analyzing autonomous trucking scenes and identifying potential annotation errors within the ground truth data.</a:t>
          </a:r>
        </a:p>
      </dgm:t>
    </dgm:pt>
    <dgm:pt modelId="{74A183C5-28A5-43FC-8C58-03B7D7F134AE}" type="parTrans" cxnId="{7FBCCD4D-D693-4D53-963C-561874D94CEA}">
      <dgm:prSet/>
      <dgm:spPr/>
      <dgm:t>
        <a:bodyPr/>
        <a:lstStyle/>
        <a:p>
          <a:endParaRPr lang="en-US"/>
        </a:p>
      </dgm:t>
    </dgm:pt>
    <dgm:pt modelId="{E8D0C58E-EC22-4AAA-AF0E-135C47AF1535}" type="sibTrans" cxnId="{7FBCCD4D-D693-4D53-963C-561874D94CEA}">
      <dgm:prSet/>
      <dgm:spPr/>
      <dgm:t>
        <a:bodyPr/>
        <a:lstStyle/>
        <a:p>
          <a:endParaRPr lang="en-US"/>
        </a:p>
      </dgm:t>
    </dgm:pt>
    <dgm:pt modelId="{5C0CEB4B-5697-414B-9A6C-F5B1E0338906}">
      <dgm:prSet/>
      <dgm:spPr/>
      <dgm:t>
        <a:bodyPr/>
        <a:lstStyle/>
        <a:p>
          <a:r>
            <a:rPr lang="en-US" b="1"/>
            <a:t>Objectives</a:t>
          </a:r>
          <a:r>
            <a:rPr lang="en-US"/>
            <a:t>:</a:t>
          </a:r>
        </a:p>
      </dgm:t>
    </dgm:pt>
    <dgm:pt modelId="{CF029532-307E-4F0A-A76B-9BE28C3A06D5}" type="parTrans" cxnId="{B9D8DBA6-F811-4CE0-8BB9-06C2B9B2740B}">
      <dgm:prSet/>
      <dgm:spPr/>
      <dgm:t>
        <a:bodyPr/>
        <a:lstStyle/>
        <a:p>
          <a:endParaRPr lang="en-US"/>
        </a:p>
      </dgm:t>
    </dgm:pt>
    <dgm:pt modelId="{48E09ABE-8974-48CC-BBE8-7C9FA1271F80}" type="sibTrans" cxnId="{B9D8DBA6-F811-4CE0-8BB9-06C2B9B2740B}">
      <dgm:prSet/>
      <dgm:spPr/>
      <dgm:t>
        <a:bodyPr/>
        <a:lstStyle/>
        <a:p>
          <a:endParaRPr lang="en-US"/>
        </a:p>
      </dgm:t>
    </dgm:pt>
    <dgm:pt modelId="{42184EA6-F4E5-4674-BD3D-7DA1C0A8DF28}">
      <dgm:prSet/>
      <dgm:spPr/>
      <dgm:t>
        <a:bodyPr/>
        <a:lstStyle/>
        <a:p>
          <a:r>
            <a:rPr lang="en-US" b="1" dirty="0"/>
            <a:t>Human-Level Accuracy</a:t>
          </a:r>
          <a:r>
            <a:rPr lang="en-US" dirty="0"/>
            <a:t>: Evaluate if the model can achieve human-like accuracy in scene categorization across key elements such as weather, area, structure, lighting, and construction.</a:t>
          </a:r>
        </a:p>
      </dgm:t>
    </dgm:pt>
    <dgm:pt modelId="{ADDC6071-783E-4C85-80A3-112D427EF507}" type="parTrans" cxnId="{B7D5F674-2299-45FE-AA60-314182D6871F}">
      <dgm:prSet/>
      <dgm:spPr/>
      <dgm:t>
        <a:bodyPr/>
        <a:lstStyle/>
        <a:p>
          <a:endParaRPr lang="en-US"/>
        </a:p>
      </dgm:t>
    </dgm:pt>
    <dgm:pt modelId="{0B81C020-123B-42D0-AAAE-6B275CD370D7}" type="sibTrans" cxnId="{B7D5F674-2299-45FE-AA60-314182D6871F}">
      <dgm:prSet/>
      <dgm:spPr/>
      <dgm:t>
        <a:bodyPr/>
        <a:lstStyle/>
        <a:p>
          <a:endParaRPr lang="en-US"/>
        </a:p>
      </dgm:t>
    </dgm:pt>
    <dgm:pt modelId="{6E868989-DA58-4EC4-9F37-527DC894364E}">
      <dgm:prSet/>
      <dgm:spPr/>
      <dgm:t>
        <a:bodyPr/>
        <a:lstStyle/>
        <a:p>
          <a:r>
            <a:rPr lang="en-US" b="1" dirty="0"/>
            <a:t>Identify Annotation Errors</a:t>
          </a:r>
          <a:r>
            <a:rPr lang="en-US" dirty="0"/>
            <a:t>: Use model results to verify and potentially highlight inconsistencies or errors in ground truth annotations.</a:t>
          </a:r>
        </a:p>
      </dgm:t>
    </dgm:pt>
    <dgm:pt modelId="{6E316307-A92C-40CC-8008-035BE885B2C0}" type="parTrans" cxnId="{2FFFD6C8-B0F9-4194-BBAA-35601740D2EF}">
      <dgm:prSet/>
      <dgm:spPr/>
      <dgm:t>
        <a:bodyPr/>
        <a:lstStyle/>
        <a:p>
          <a:endParaRPr lang="en-US"/>
        </a:p>
      </dgm:t>
    </dgm:pt>
    <dgm:pt modelId="{8772ADB3-218D-4570-B7A8-D954D9959576}" type="sibTrans" cxnId="{2FFFD6C8-B0F9-4194-BBAA-35601740D2EF}">
      <dgm:prSet/>
      <dgm:spPr/>
      <dgm:t>
        <a:bodyPr/>
        <a:lstStyle/>
        <a:p>
          <a:endParaRPr lang="en-US"/>
        </a:p>
      </dgm:t>
    </dgm:pt>
    <dgm:pt modelId="{092CAE6D-1DCF-4924-80CD-E2A3E0C345C3}">
      <dgm:prSet/>
      <dgm:spPr/>
      <dgm:t>
        <a:bodyPr/>
        <a:lstStyle/>
        <a:p>
          <a:r>
            <a:rPr lang="en-US" b="1" dirty="0"/>
            <a:t>Investigate Potential Applications</a:t>
          </a:r>
          <a:r>
            <a:rPr lang="en-US" dirty="0"/>
            <a:t>: Explore other practical applications where this model’s ability to interpret scenes could be beneficial.</a:t>
          </a:r>
        </a:p>
      </dgm:t>
    </dgm:pt>
    <dgm:pt modelId="{133FC5A3-499F-4F61-A277-AA5C7B0C1335}" type="parTrans" cxnId="{91C57C8A-179F-4653-BBB0-A7699F727A07}">
      <dgm:prSet/>
      <dgm:spPr/>
      <dgm:t>
        <a:bodyPr/>
        <a:lstStyle/>
        <a:p>
          <a:endParaRPr lang="en-US"/>
        </a:p>
      </dgm:t>
    </dgm:pt>
    <dgm:pt modelId="{8B8B55E5-E068-49B7-BEA7-A18BDF9DC900}" type="sibTrans" cxnId="{91C57C8A-179F-4653-BBB0-A7699F727A07}">
      <dgm:prSet/>
      <dgm:spPr/>
      <dgm:t>
        <a:bodyPr/>
        <a:lstStyle/>
        <a:p>
          <a:endParaRPr lang="en-US"/>
        </a:p>
      </dgm:t>
    </dgm:pt>
    <dgm:pt modelId="{FD7A3A13-62ED-47EE-8163-312DB13D71F0}">
      <dgm:prSet/>
      <dgm:spPr/>
      <dgm:t>
        <a:bodyPr/>
        <a:lstStyle/>
        <a:p>
          <a:r>
            <a:rPr lang="en-US" b="1" dirty="0"/>
            <a:t>Hypothesis</a:t>
          </a:r>
          <a:r>
            <a:rPr lang="en-US" dirty="0"/>
            <a:t>:</a:t>
          </a:r>
        </a:p>
      </dgm:t>
    </dgm:pt>
    <dgm:pt modelId="{E2BC5AB1-9966-45F6-8B9D-3139FB6C4384}" type="parTrans" cxnId="{B6F5C867-3799-46BC-9945-CE9C6D33BBE1}">
      <dgm:prSet/>
      <dgm:spPr/>
      <dgm:t>
        <a:bodyPr/>
        <a:lstStyle/>
        <a:p>
          <a:endParaRPr lang="en-US"/>
        </a:p>
      </dgm:t>
    </dgm:pt>
    <dgm:pt modelId="{2262A695-EB02-4612-8F9E-D3B268D34D34}" type="sibTrans" cxnId="{B6F5C867-3799-46BC-9945-CE9C6D33BBE1}">
      <dgm:prSet/>
      <dgm:spPr/>
      <dgm:t>
        <a:bodyPr/>
        <a:lstStyle/>
        <a:p>
          <a:endParaRPr lang="en-US"/>
        </a:p>
      </dgm:t>
    </dgm:pt>
    <dgm:pt modelId="{572DE377-A192-4504-9E5A-C74881B316B7}">
      <dgm:prSet/>
      <dgm:spPr/>
      <dgm:t>
        <a:bodyPr/>
        <a:lstStyle/>
        <a:p>
          <a:r>
            <a:rPr lang="en-US" dirty="0"/>
            <a:t>How accurately does the </a:t>
          </a:r>
          <a:r>
            <a:rPr lang="en-US" dirty="0" err="1"/>
            <a:t>LLaVA</a:t>
          </a:r>
          <a:r>
            <a:rPr lang="en-US" dirty="0"/>
            <a:t> model describes a scene compared to ground truth?</a:t>
          </a:r>
        </a:p>
      </dgm:t>
    </dgm:pt>
    <dgm:pt modelId="{AD5230D7-E2B1-49F5-A954-8833C92EFACB}" type="parTrans" cxnId="{0287A7EF-E304-404C-ACC1-84FFFEE1961A}">
      <dgm:prSet/>
      <dgm:spPr/>
      <dgm:t>
        <a:bodyPr/>
        <a:lstStyle/>
        <a:p>
          <a:endParaRPr lang="en-US"/>
        </a:p>
      </dgm:t>
    </dgm:pt>
    <dgm:pt modelId="{19F0C59C-FBB1-46BA-BF8E-133117690769}" type="sibTrans" cxnId="{0287A7EF-E304-404C-ACC1-84FFFEE1961A}">
      <dgm:prSet/>
      <dgm:spPr/>
      <dgm:t>
        <a:bodyPr/>
        <a:lstStyle/>
        <a:p>
          <a:endParaRPr lang="en-US"/>
        </a:p>
      </dgm:t>
    </dgm:pt>
    <dgm:pt modelId="{2F7E3EF4-38B4-F74C-B2A9-0DF3B56C53D9}" type="pres">
      <dgm:prSet presAssocID="{5E2EB24B-FA59-48CC-8EB8-9B03A20D6E2D}" presName="linear" presStyleCnt="0">
        <dgm:presLayoutVars>
          <dgm:dir/>
          <dgm:animLvl val="lvl"/>
          <dgm:resizeHandles val="exact"/>
        </dgm:presLayoutVars>
      </dgm:prSet>
      <dgm:spPr/>
    </dgm:pt>
    <dgm:pt modelId="{988D500A-41AD-0244-889B-A09B9FF18E78}" type="pres">
      <dgm:prSet presAssocID="{EFF4CB3D-8167-4B08-A420-D1343E1E0F4B}" presName="parentLin" presStyleCnt="0"/>
      <dgm:spPr/>
    </dgm:pt>
    <dgm:pt modelId="{FEA83FA0-A2E7-3D44-8F29-16981CF5BB8B}" type="pres">
      <dgm:prSet presAssocID="{EFF4CB3D-8167-4B08-A420-D1343E1E0F4B}" presName="parentLeftMargin" presStyleLbl="node1" presStyleIdx="0" presStyleCnt="3"/>
      <dgm:spPr/>
    </dgm:pt>
    <dgm:pt modelId="{34E83724-45A3-1C40-9AD0-6D44AA67BCD4}" type="pres">
      <dgm:prSet presAssocID="{EFF4CB3D-8167-4B08-A420-D1343E1E0F4B}" presName="parentText" presStyleLbl="node1" presStyleIdx="0" presStyleCnt="3">
        <dgm:presLayoutVars>
          <dgm:chMax val="0"/>
          <dgm:bulletEnabled val="1"/>
        </dgm:presLayoutVars>
      </dgm:prSet>
      <dgm:spPr/>
    </dgm:pt>
    <dgm:pt modelId="{4505EE98-F57A-2C43-98A9-B7B97DC51F8D}" type="pres">
      <dgm:prSet presAssocID="{EFF4CB3D-8167-4B08-A420-D1343E1E0F4B}" presName="negativeSpace" presStyleCnt="0"/>
      <dgm:spPr/>
    </dgm:pt>
    <dgm:pt modelId="{81838AD2-D55A-C54F-93F5-1880781C78C2}" type="pres">
      <dgm:prSet presAssocID="{EFF4CB3D-8167-4B08-A420-D1343E1E0F4B}" presName="childText" presStyleLbl="conFgAcc1" presStyleIdx="0" presStyleCnt="3">
        <dgm:presLayoutVars>
          <dgm:bulletEnabled val="1"/>
        </dgm:presLayoutVars>
      </dgm:prSet>
      <dgm:spPr/>
    </dgm:pt>
    <dgm:pt modelId="{7DD68E74-79DC-2D4D-A2A7-269D98ED0552}" type="pres">
      <dgm:prSet presAssocID="{697870F6-4FE3-400C-8A5F-BB74057E025E}" presName="spaceBetweenRectangles" presStyleCnt="0"/>
      <dgm:spPr/>
    </dgm:pt>
    <dgm:pt modelId="{4090DE51-E28C-8041-886E-E541895F6CDC}" type="pres">
      <dgm:prSet presAssocID="{5C0CEB4B-5697-414B-9A6C-F5B1E0338906}" presName="parentLin" presStyleCnt="0"/>
      <dgm:spPr/>
    </dgm:pt>
    <dgm:pt modelId="{4F26F4E1-464B-6B40-8793-674080B02AF6}" type="pres">
      <dgm:prSet presAssocID="{5C0CEB4B-5697-414B-9A6C-F5B1E0338906}" presName="parentLeftMargin" presStyleLbl="node1" presStyleIdx="0" presStyleCnt="3"/>
      <dgm:spPr/>
    </dgm:pt>
    <dgm:pt modelId="{3CE98635-AF42-8943-B014-FE3EACF8862D}" type="pres">
      <dgm:prSet presAssocID="{5C0CEB4B-5697-414B-9A6C-F5B1E0338906}" presName="parentText" presStyleLbl="node1" presStyleIdx="1" presStyleCnt="3">
        <dgm:presLayoutVars>
          <dgm:chMax val="0"/>
          <dgm:bulletEnabled val="1"/>
        </dgm:presLayoutVars>
      </dgm:prSet>
      <dgm:spPr/>
    </dgm:pt>
    <dgm:pt modelId="{2FA14688-DF84-0640-9D02-4FCA0386D5E6}" type="pres">
      <dgm:prSet presAssocID="{5C0CEB4B-5697-414B-9A6C-F5B1E0338906}" presName="negativeSpace" presStyleCnt="0"/>
      <dgm:spPr/>
    </dgm:pt>
    <dgm:pt modelId="{85C6D16E-D61A-874E-9F04-3029266270FA}" type="pres">
      <dgm:prSet presAssocID="{5C0CEB4B-5697-414B-9A6C-F5B1E0338906}" presName="childText" presStyleLbl="conFgAcc1" presStyleIdx="1" presStyleCnt="3">
        <dgm:presLayoutVars>
          <dgm:bulletEnabled val="1"/>
        </dgm:presLayoutVars>
      </dgm:prSet>
      <dgm:spPr/>
    </dgm:pt>
    <dgm:pt modelId="{BE97E857-B86D-4048-BE39-CC7A6F28097D}" type="pres">
      <dgm:prSet presAssocID="{48E09ABE-8974-48CC-BBE8-7C9FA1271F80}" presName="spaceBetweenRectangles" presStyleCnt="0"/>
      <dgm:spPr/>
    </dgm:pt>
    <dgm:pt modelId="{85A37FBD-28C8-0C45-A39A-F26B6EF75A40}" type="pres">
      <dgm:prSet presAssocID="{FD7A3A13-62ED-47EE-8163-312DB13D71F0}" presName="parentLin" presStyleCnt="0"/>
      <dgm:spPr/>
    </dgm:pt>
    <dgm:pt modelId="{170AF715-3958-A84D-835A-A2E85D9FC4EB}" type="pres">
      <dgm:prSet presAssocID="{FD7A3A13-62ED-47EE-8163-312DB13D71F0}" presName="parentLeftMargin" presStyleLbl="node1" presStyleIdx="1" presStyleCnt="3"/>
      <dgm:spPr/>
    </dgm:pt>
    <dgm:pt modelId="{81BFF9F2-6C4E-BD40-B224-F19C98187C30}" type="pres">
      <dgm:prSet presAssocID="{FD7A3A13-62ED-47EE-8163-312DB13D71F0}" presName="parentText" presStyleLbl="node1" presStyleIdx="2" presStyleCnt="3">
        <dgm:presLayoutVars>
          <dgm:chMax val="0"/>
          <dgm:bulletEnabled val="1"/>
        </dgm:presLayoutVars>
      </dgm:prSet>
      <dgm:spPr/>
    </dgm:pt>
    <dgm:pt modelId="{8C81933C-0DBB-1C45-AFE1-7814B5CB15BF}" type="pres">
      <dgm:prSet presAssocID="{FD7A3A13-62ED-47EE-8163-312DB13D71F0}" presName="negativeSpace" presStyleCnt="0"/>
      <dgm:spPr/>
    </dgm:pt>
    <dgm:pt modelId="{269754B1-0BEC-0D44-BCE8-73B1B677913F}" type="pres">
      <dgm:prSet presAssocID="{FD7A3A13-62ED-47EE-8163-312DB13D71F0}" presName="childText" presStyleLbl="conFgAcc1" presStyleIdx="2" presStyleCnt="3">
        <dgm:presLayoutVars>
          <dgm:bulletEnabled val="1"/>
        </dgm:presLayoutVars>
      </dgm:prSet>
      <dgm:spPr/>
    </dgm:pt>
  </dgm:ptLst>
  <dgm:cxnLst>
    <dgm:cxn modelId="{BCD7BB1A-6B7A-D041-BD5B-7725846CEAF6}" type="presOf" srcId="{5C0CEB4B-5697-414B-9A6C-F5B1E0338906}" destId="{4F26F4E1-464B-6B40-8793-674080B02AF6}" srcOrd="0" destOrd="0" presId="urn:microsoft.com/office/officeart/2005/8/layout/list1"/>
    <dgm:cxn modelId="{FEDB1F1D-E4A8-49AA-84AA-1696F0825D1C}" srcId="{5E2EB24B-FA59-48CC-8EB8-9B03A20D6E2D}" destId="{EFF4CB3D-8167-4B08-A420-D1343E1E0F4B}" srcOrd="0" destOrd="0" parTransId="{EE9DAC9C-3335-404D-A5BC-6B9C63CA6B5C}" sibTransId="{697870F6-4FE3-400C-8A5F-BB74057E025E}"/>
    <dgm:cxn modelId="{EA6A5845-33B9-FC4B-9A8F-35B860276427}" type="presOf" srcId="{EFF4CB3D-8167-4B08-A420-D1343E1E0F4B}" destId="{FEA83FA0-A2E7-3D44-8F29-16981CF5BB8B}" srcOrd="0" destOrd="0" presId="urn:microsoft.com/office/officeart/2005/8/layout/list1"/>
    <dgm:cxn modelId="{7FBCCD4D-D693-4D53-963C-561874D94CEA}" srcId="{EFF4CB3D-8167-4B08-A420-D1343E1E0F4B}" destId="{C6F81B57-1D5B-459F-AD22-48BA523923BB}" srcOrd="0" destOrd="0" parTransId="{74A183C5-28A5-43FC-8C58-03B7D7F134AE}" sibTransId="{E8D0C58E-EC22-4AAA-AF0E-135C47AF1535}"/>
    <dgm:cxn modelId="{4E2CD250-DA13-134F-B028-387E8D5275D5}" type="presOf" srcId="{572DE377-A192-4504-9E5A-C74881B316B7}" destId="{269754B1-0BEC-0D44-BCE8-73B1B677913F}" srcOrd="0" destOrd="0" presId="urn:microsoft.com/office/officeart/2005/8/layout/list1"/>
    <dgm:cxn modelId="{B6F5C867-3799-46BC-9945-CE9C6D33BBE1}" srcId="{5E2EB24B-FA59-48CC-8EB8-9B03A20D6E2D}" destId="{FD7A3A13-62ED-47EE-8163-312DB13D71F0}" srcOrd="2" destOrd="0" parTransId="{E2BC5AB1-9966-45F6-8B9D-3139FB6C4384}" sibTransId="{2262A695-EB02-4612-8F9E-D3B268D34D34}"/>
    <dgm:cxn modelId="{B7D5F674-2299-45FE-AA60-314182D6871F}" srcId="{5C0CEB4B-5697-414B-9A6C-F5B1E0338906}" destId="{42184EA6-F4E5-4674-BD3D-7DA1C0A8DF28}" srcOrd="0" destOrd="0" parTransId="{ADDC6071-783E-4C85-80A3-112D427EF507}" sibTransId="{0B81C020-123B-42D0-AAAE-6B275CD370D7}"/>
    <dgm:cxn modelId="{91C57C8A-179F-4653-BBB0-A7699F727A07}" srcId="{5C0CEB4B-5697-414B-9A6C-F5B1E0338906}" destId="{092CAE6D-1DCF-4924-80CD-E2A3E0C345C3}" srcOrd="2" destOrd="0" parTransId="{133FC5A3-499F-4F61-A277-AA5C7B0C1335}" sibTransId="{8B8B55E5-E068-49B7-BEA7-A18BDF9DC900}"/>
    <dgm:cxn modelId="{670B0B8F-7043-6649-B865-7D3632E6F8DD}" type="presOf" srcId="{C6F81B57-1D5B-459F-AD22-48BA523923BB}" destId="{81838AD2-D55A-C54F-93F5-1880781C78C2}" srcOrd="0" destOrd="0" presId="urn:microsoft.com/office/officeart/2005/8/layout/list1"/>
    <dgm:cxn modelId="{A96F1493-81DC-7540-94DF-767EB08EC5E8}" type="presOf" srcId="{6E868989-DA58-4EC4-9F37-527DC894364E}" destId="{85C6D16E-D61A-874E-9F04-3029266270FA}" srcOrd="0" destOrd="1" presId="urn:microsoft.com/office/officeart/2005/8/layout/list1"/>
    <dgm:cxn modelId="{62B856A1-485F-F54D-B8A5-169B04DB5E40}" type="presOf" srcId="{42184EA6-F4E5-4674-BD3D-7DA1C0A8DF28}" destId="{85C6D16E-D61A-874E-9F04-3029266270FA}" srcOrd="0" destOrd="0" presId="urn:microsoft.com/office/officeart/2005/8/layout/list1"/>
    <dgm:cxn modelId="{B9D8DBA6-F811-4CE0-8BB9-06C2B9B2740B}" srcId="{5E2EB24B-FA59-48CC-8EB8-9B03A20D6E2D}" destId="{5C0CEB4B-5697-414B-9A6C-F5B1E0338906}" srcOrd="1" destOrd="0" parTransId="{CF029532-307E-4F0A-A76B-9BE28C3A06D5}" sibTransId="{48E09ABE-8974-48CC-BBE8-7C9FA1271F80}"/>
    <dgm:cxn modelId="{360611A8-A6DE-9C42-B4BF-47874CD881F4}" type="presOf" srcId="{5C0CEB4B-5697-414B-9A6C-F5B1E0338906}" destId="{3CE98635-AF42-8943-B014-FE3EACF8862D}" srcOrd="1" destOrd="0" presId="urn:microsoft.com/office/officeart/2005/8/layout/list1"/>
    <dgm:cxn modelId="{1FFCE2AC-C1DF-544D-9E54-FBF1538F26B3}" type="presOf" srcId="{EFF4CB3D-8167-4B08-A420-D1343E1E0F4B}" destId="{34E83724-45A3-1C40-9AD0-6D44AA67BCD4}" srcOrd="1" destOrd="0" presId="urn:microsoft.com/office/officeart/2005/8/layout/list1"/>
    <dgm:cxn modelId="{94592EC7-0196-4C4C-928D-A4DB897605FF}" type="presOf" srcId="{092CAE6D-1DCF-4924-80CD-E2A3E0C345C3}" destId="{85C6D16E-D61A-874E-9F04-3029266270FA}" srcOrd="0" destOrd="2" presId="urn:microsoft.com/office/officeart/2005/8/layout/list1"/>
    <dgm:cxn modelId="{2FFFD6C8-B0F9-4194-BBAA-35601740D2EF}" srcId="{5C0CEB4B-5697-414B-9A6C-F5B1E0338906}" destId="{6E868989-DA58-4EC4-9F37-527DC894364E}" srcOrd="1" destOrd="0" parTransId="{6E316307-A92C-40CC-8008-035BE885B2C0}" sibTransId="{8772ADB3-218D-4570-B7A8-D954D9959576}"/>
    <dgm:cxn modelId="{0537E0CE-748F-B442-9665-E9F8345AD113}" type="presOf" srcId="{FD7A3A13-62ED-47EE-8163-312DB13D71F0}" destId="{170AF715-3958-A84D-835A-A2E85D9FC4EB}" srcOrd="0" destOrd="0" presId="urn:microsoft.com/office/officeart/2005/8/layout/list1"/>
    <dgm:cxn modelId="{7AD595DB-0D07-D845-8E00-8015337A9C67}" type="presOf" srcId="{FD7A3A13-62ED-47EE-8163-312DB13D71F0}" destId="{81BFF9F2-6C4E-BD40-B224-F19C98187C30}" srcOrd="1" destOrd="0" presId="urn:microsoft.com/office/officeart/2005/8/layout/list1"/>
    <dgm:cxn modelId="{0287A7EF-E304-404C-ACC1-84FFFEE1961A}" srcId="{FD7A3A13-62ED-47EE-8163-312DB13D71F0}" destId="{572DE377-A192-4504-9E5A-C74881B316B7}" srcOrd="0" destOrd="0" parTransId="{AD5230D7-E2B1-49F5-A954-8833C92EFACB}" sibTransId="{19F0C59C-FBB1-46BA-BF8E-133117690769}"/>
    <dgm:cxn modelId="{A1BB17FF-904E-9F4E-ACD0-2F43D78B990E}" type="presOf" srcId="{5E2EB24B-FA59-48CC-8EB8-9B03A20D6E2D}" destId="{2F7E3EF4-38B4-F74C-B2A9-0DF3B56C53D9}" srcOrd="0" destOrd="0" presId="urn:microsoft.com/office/officeart/2005/8/layout/list1"/>
    <dgm:cxn modelId="{80F5090B-3FF7-DF49-A20E-FE35AEACD975}" type="presParOf" srcId="{2F7E3EF4-38B4-F74C-B2A9-0DF3B56C53D9}" destId="{988D500A-41AD-0244-889B-A09B9FF18E78}" srcOrd="0" destOrd="0" presId="urn:microsoft.com/office/officeart/2005/8/layout/list1"/>
    <dgm:cxn modelId="{5A1F074C-0B01-B34B-A6D2-F85EC348DFE6}" type="presParOf" srcId="{988D500A-41AD-0244-889B-A09B9FF18E78}" destId="{FEA83FA0-A2E7-3D44-8F29-16981CF5BB8B}" srcOrd="0" destOrd="0" presId="urn:microsoft.com/office/officeart/2005/8/layout/list1"/>
    <dgm:cxn modelId="{093E87F1-0341-2947-95E2-6FF9A7F1F6E1}" type="presParOf" srcId="{988D500A-41AD-0244-889B-A09B9FF18E78}" destId="{34E83724-45A3-1C40-9AD0-6D44AA67BCD4}" srcOrd="1" destOrd="0" presId="urn:microsoft.com/office/officeart/2005/8/layout/list1"/>
    <dgm:cxn modelId="{5947AC4D-827B-C04B-A907-D01A85E334DA}" type="presParOf" srcId="{2F7E3EF4-38B4-F74C-B2A9-0DF3B56C53D9}" destId="{4505EE98-F57A-2C43-98A9-B7B97DC51F8D}" srcOrd="1" destOrd="0" presId="urn:microsoft.com/office/officeart/2005/8/layout/list1"/>
    <dgm:cxn modelId="{73792BBD-E56C-524A-B5B7-1727C02A91B0}" type="presParOf" srcId="{2F7E3EF4-38B4-F74C-B2A9-0DF3B56C53D9}" destId="{81838AD2-D55A-C54F-93F5-1880781C78C2}" srcOrd="2" destOrd="0" presId="urn:microsoft.com/office/officeart/2005/8/layout/list1"/>
    <dgm:cxn modelId="{934659DA-2D2F-014A-9872-A5DED16E0FE5}" type="presParOf" srcId="{2F7E3EF4-38B4-F74C-B2A9-0DF3B56C53D9}" destId="{7DD68E74-79DC-2D4D-A2A7-269D98ED0552}" srcOrd="3" destOrd="0" presId="urn:microsoft.com/office/officeart/2005/8/layout/list1"/>
    <dgm:cxn modelId="{3D0D97EF-FC5D-944B-A121-6239741BB8FD}" type="presParOf" srcId="{2F7E3EF4-38B4-F74C-B2A9-0DF3B56C53D9}" destId="{4090DE51-E28C-8041-886E-E541895F6CDC}" srcOrd="4" destOrd="0" presId="urn:microsoft.com/office/officeart/2005/8/layout/list1"/>
    <dgm:cxn modelId="{574D4193-6180-EE42-8430-AFECB28E2B95}" type="presParOf" srcId="{4090DE51-E28C-8041-886E-E541895F6CDC}" destId="{4F26F4E1-464B-6B40-8793-674080B02AF6}" srcOrd="0" destOrd="0" presId="urn:microsoft.com/office/officeart/2005/8/layout/list1"/>
    <dgm:cxn modelId="{3B643C00-FEB3-E74B-9E1C-BBDF0A4DDFBD}" type="presParOf" srcId="{4090DE51-E28C-8041-886E-E541895F6CDC}" destId="{3CE98635-AF42-8943-B014-FE3EACF8862D}" srcOrd="1" destOrd="0" presId="urn:microsoft.com/office/officeart/2005/8/layout/list1"/>
    <dgm:cxn modelId="{FD44EC0B-D662-5140-994F-9C1AB448F8C3}" type="presParOf" srcId="{2F7E3EF4-38B4-F74C-B2A9-0DF3B56C53D9}" destId="{2FA14688-DF84-0640-9D02-4FCA0386D5E6}" srcOrd="5" destOrd="0" presId="urn:microsoft.com/office/officeart/2005/8/layout/list1"/>
    <dgm:cxn modelId="{D95F03C7-7C66-7848-85DB-3E314FB435E6}" type="presParOf" srcId="{2F7E3EF4-38B4-F74C-B2A9-0DF3B56C53D9}" destId="{85C6D16E-D61A-874E-9F04-3029266270FA}" srcOrd="6" destOrd="0" presId="urn:microsoft.com/office/officeart/2005/8/layout/list1"/>
    <dgm:cxn modelId="{BC3A6C3B-D230-F144-9BD3-6682672E3056}" type="presParOf" srcId="{2F7E3EF4-38B4-F74C-B2A9-0DF3B56C53D9}" destId="{BE97E857-B86D-4048-BE39-CC7A6F28097D}" srcOrd="7" destOrd="0" presId="urn:microsoft.com/office/officeart/2005/8/layout/list1"/>
    <dgm:cxn modelId="{21C46692-E00A-694D-919B-79548586964B}" type="presParOf" srcId="{2F7E3EF4-38B4-F74C-B2A9-0DF3B56C53D9}" destId="{85A37FBD-28C8-0C45-A39A-F26B6EF75A40}" srcOrd="8" destOrd="0" presId="urn:microsoft.com/office/officeart/2005/8/layout/list1"/>
    <dgm:cxn modelId="{ACA86010-5281-0348-A8F2-5B9663A6B796}" type="presParOf" srcId="{85A37FBD-28C8-0C45-A39A-F26B6EF75A40}" destId="{170AF715-3958-A84D-835A-A2E85D9FC4EB}" srcOrd="0" destOrd="0" presId="urn:microsoft.com/office/officeart/2005/8/layout/list1"/>
    <dgm:cxn modelId="{8CA345FF-CDDB-424E-AC50-1451175FBB87}" type="presParOf" srcId="{85A37FBD-28C8-0C45-A39A-F26B6EF75A40}" destId="{81BFF9F2-6C4E-BD40-B224-F19C98187C30}" srcOrd="1" destOrd="0" presId="urn:microsoft.com/office/officeart/2005/8/layout/list1"/>
    <dgm:cxn modelId="{D9CAD2E1-02D4-C348-8969-107181CDABB3}" type="presParOf" srcId="{2F7E3EF4-38B4-F74C-B2A9-0DF3B56C53D9}" destId="{8C81933C-0DBB-1C45-AFE1-7814B5CB15BF}" srcOrd="9" destOrd="0" presId="urn:microsoft.com/office/officeart/2005/8/layout/list1"/>
    <dgm:cxn modelId="{4C12E3AB-3370-464B-855D-9EC7132E72E5}" type="presParOf" srcId="{2F7E3EF4-38B4-F74C-B2A9-0DF3B56C53D9}" destId="{269754B1-0BEC-0D44-BCE8-73B1B677913F}" srcOrd="10"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CEA018BD-C7A6-4433-86EE-42BEA60323FC}"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710B8F3A-4F61-4412-8075-432AE20073EA}">
      <dgm:prSet/>
      <dgm:spPr/>
      <dgm:t>
        <a:bodyPr/>
        <a:lstStyle/>
        <a:p>
          <a:pPr>
            <a:lnSpc>
              <a:spcPct val="100000"/>
            </a:lnSpc>
          </a:pPr>
          <a:r>
            <a:rPr lang="en-US" dirty="0"/>
            <a:t>A Vision-Language Model (VLM) is an AI system that integrates visual and textual data processing.</a:t>
          </a:r>
        </a:p>
      </dgm:t>
    </dgm:pt>
    <dgm:pt modelId="{E8FF44CF-8F3C-4AA6-880D-75DACBA7DFB0}" type="parTrans" cxnId="{C7DBD1A9-F1F9-447A-910B-F41424146A00}">
      <dgm:prSet/>
      <dgm:spPr/>
      <dgm:t>
        <a:bodyPr/>
        <a:lstStyle/>
        <a:p>
          <a:endParaRPr lang="en-US"/>
        </a:p>
      </dgm:t>
    </dgm:pt>
    <dgm:pt modelId="{75098538-E889-4ACE-AC00-C3AC68899D64}" type="sibTrans" cxnId="{C7DBD1A9-F1F9-447A-910B-F41424146A00}">
      <dgm:prSet/>
      <dgm:spPr/>
      <dgm:t>
        <a:bodyPr/>
        <a:lstStyle/>
        <a:p>
          <a:endParaRPr lang="en-US"/>
        </a:p>
      </dgm:t>
    </dgm:pt>
    <dgm:pt modelId="{12A5FE99-B03A-4778-AF44-F52B41930B26}">
      <dgm:prSet/>
      <dgm:spPr/>
      <dgm:t>
        <a:bodyPr/>
        <a:lstStyle/>
        <a:p>
          <a:pPr>
            <a:lnSpc>
              <a:spcPct val="100000"/>
            </a:lnSpc>
          </a:pPr>
          <a:r>
            <a:rPr lang="en-US" dirty="0"/>
            <a:t>Combines computer vision and natural language processing to interpret and generate both image and text content.</a:t>
          </a:r>
        </a:p>
      </dgm:t>
    </dgm:pt>
    <dgm:pt modelId="{B352A26F-7963-49D5-9453-6BE57EEF9472}" type="parTrans" cxnId="{F0B7BD55-EA69-498C-922F-87B6C1D2184D}">
      <dgm:prSet/>
      <dgm:spPr/>
      <dgm:t>
        <a:bodyPr/>
        <a:lstStyle/>
        <a:p>
          <a:endParaRPr lang="en-US"/>
        </a:p>
      </dgm:t>
    </dgm:pt>
    <dgm:pt modelId="{0D1ABCAD-AD19-41D1-BEA8-726CD005F4BF}" type="sibTrans" cxnId="{F0B7BD55-EA69-498C-922F-87B6C1D2184D}">
      <dgm:prSet/>
      <dgm:spPr/>
      <dgm:t>
        <a:bodyPr/>
        <a:lstStyle/>
        <a:p>
          <a:endParaRPr lang="en-US"/>
        </a:p>
      </dgm:t>
    </dgm:pt>
    <dgm:pt modelId="{341E05CF-5573-471E-A4FC-9C48970BB178}">
      <dgm:prSet/>
      <dgm:spPr/>
      <dgm:t>
        <a:bodyPr/>
        <a:lstStyle/>
        <a:p>
          <a:pPr>
            <a:lnSpc>
              <a:spcPct val="100000"/>
            </a:lnSpc>
          </a:pPr>
          <a:r>
            <a:rPr lang="en-US" dirty="0"/>
            <a:t>Key Features:</a:t>
          </a:r>
        </a:p>
      </dgm:t>
    </dgm:pt>
    <dgm:pt modelId="{34D30492-AF91-46DE-8E00-72AC5D5B6045}" type="parTrans" cxnId="{942C2B6D-62E2-404D-B9E9-1400433D95F7}">
      <dgm:prSet/>
      <dgm:spPr/>
      <dgm:t>
        <a:bodyPr/>
        <a:lstStyle/>
        <a:p>
          <a:endParaRPr lang="en-US"/>
        </a:p>
      </dgm:t>
    </dgm:pt>
    <dgm:pt modelId="{09A1B448-4855-4D3D-881F-399257143F3F}" type="sibTrans" cxnId="{942C2B6D-62E2-404D-B9E9-1400433D95F7}">
      <dgm:prSet/>
      <dgm:spPr/>
      <dgm:t>
        <a:bodyPr/>
        <a:lstStyle/>
        <a:p>
          <a:endParaRPr lang="en-US"/>
        </a:p>
      </dgm:t>
    </dgm:pt>
    <dgm:pt modelId="{FFF2534F-77A3-40DF-973E-AC64518B1B41}">
      <dgm:prSet/>
      <dgm:spPr/>
      <dgm:t>
        <a:bodyPr/>
        <a:lstStyle/>
        <a:p>
          <a:pPr>
            <a:lnSpc>
              <a:spcPct val="100000"/>
            </a:lnSpc>
          </a:pPr>
          <a:r>
            <a:rPr lang="en-US" dirty="0"/>
            <a:t>• </a:t>
          </a:r>
          <a:r>
            <a:rPr lang="en-US" b="1" dirty="0"/>
            <a:t>Multimodal Processing: </a:t>
          </a:r>
          <a:r>
            <a:rPr lang="en-US" dirty="0"/>
            <a:t>Simultaneously analyzes visual and textual inputs for a comprehensive understanding.</a:t>
          </a:r>
        </a:p>
      </dgm:t>
    </dgm:pt>
    <dgm:pt modelId="{91814519-C80E-41B1-AB9B-6B5D2194C471}" type="parTrans" cxnId="{F149BAF3-FEB4-4942-A30B-4611CF5C8049}">
      <dgm:prSet/>
      <dgm:spPr/>
      <dgm:t>
        <a:bodyPr/>
        <a:lstStyle/>
        <a:p>
          <a:endParaRPr lang="en-US"/>
        </a:p>
      </dgm:t>
    </dgm:pt>
    <dgm:pt modelId="{35BEBECC-C82E-4EE0-A0FC-B537D8B81455}" type="sibTrans" cxnId="{F149BAF3-FEB4-4942-A30B-4611CF5C8049}">
      <dgm:prSet/>
      <dgm:spPr/>
      <dgm:t>
        <a:bodyPr/>
        <a:lstStyle/>
        <a:p>
          <a:endParaRPr lang="en-US"/>
        </a:p>
      </dgm:t>
    </dgm:pt>
    <dgm:pt modelId="{4CA8719D-ACE6-4A37-935F-F340069605F6}">
      <dgm:prSet/>
      <dgm:spPr/>
      <dgm:t>
        <a:bodyPr/>
        <a:lstStyle/>
        <a:p>
          <a:pPr>
            <a:lnSpc>
              <a:spcPct val="100000"/>
            </a:lnSpc>
          </a:pPr>
          <a:r>
            <a:rPr lang="en-US" dirty="0"/>
            <a:t>• </a:t>
          </a:r>
          <a:r>
            <a:rPr lang="en-US" b="1" dirty="0"/>
            <a:t>Unified Representation: </a:t>
          </a:r>
          <a:r>
            <a:rPr lang="en-US" dirty="0"/>
            <a:t>Creates joint representations of visual and linguistic information for cross-modal comprehension.</a:t>
          </a:r>
        </a:p>
      </dgm:t>
    </dgm:pt>
    <dgm:pt modelId="{2D0C61E4-1C67-4DA6-A5A1-912747A6A8D3}" type="parTrans" cxnId="{CF7ECD32-2121-4F64-95B1-9B1682EA1225}">
      <dgm:prSet/>
      <dgm:spPr/>
      <dgm:t>
        <a:bodyPr/>
        <a:lstStyle/>
        <a:p>
          <a:endParaRPr lang="en-US"/>
        </a:p>
      </dgm:t>
    </dgm:pt>
    <dgm:pt modelId="{3275D75E-5291-455E-8857-73E190299452}" type="sibTrans" cxnId="{CF7ECD32-2121-4F64-95B1-9B1682EA1225}">
      <dgm:prSet/>
      <dgm:spPr/>
      <dgm:t>
        <a:bodyPr/>
        <a:lstStyle/>
        <a:p>
          <a:endParaRPr lang="en-US"/>
        </a:p>
      </dgm:t>
    </dgm:pt>
    <dgm:pt modelId="{5644C743-21EE-4D8C-9884-4F6513197773}">
      <dgm:prSet/>
      <dgm:spPr/>
      <dgm:t>
        <a:bodyPr/>
        <a:lstStyle/>
        <a:p>
          <a:pPr>
            <a:lnSpc>
              <a:spcPct val="100000"/>
            </a:lnSpc>
          </a:pPr>
          <a:r>
            <a:rPr lang="en-US" dirty="0"/>
            <a:t>Applications:</a:t>
          </a:r>
        </a:p>
      </dgm:t>
    </dgm:pt>
    <dgm:pt modelId="{3FB06202-4F1C-4AAF-A609-56A007A51DD8}" type="parTrans" cxnId="{1AC800B2-E5F3-4D58-AD67-0E59B7855469}">
      <dgm:prSet/>
      <dgm:spPr/>
      <dgm:t>
        <a:bodyPr/>
        <a:lstStyle/>
        <a:p>
          <a:endParaRPr lang="en-US"/>
        </a:p>
      </dgm:t>
    </dgm:pt>
    <dgm:pt modelId="{C7A3D325-3C33-4DCF-9942-FD6661CD0023}" type="sibTrans" cxnId="{1AC800B2-E5F3-4D58-AD67-0E59B7855469}">
      <dgm:prSet/>
      <dgm:spPr/>
      <dgm:t>
        <a:bodyPr/>
        <a:lstStyle/>
        <a:p>
          <a:endParaRPr lang="en-US"/>
        </a:p>
      </dgm:t>
    </dgm:pt>
    <dgm:pt modelId="{3670BD92-1A42-4746-993E-C51DE3F52BB9}">
      <dgm:prSet/>
      <dgm:spPr/>
      <dgm:t>
        <a:bodyPr/>
        <a:lstStyle/>
        <a:p>
          <a:pPr>
            <a:lnSpc>
              <a:spcPct val="100000"/>
            </a:lnSpc>
          </a:pPr>
          <a:r>
            <a:rPr lang="en-US" b="1" dirty="0"/>
            <a:t>• Image Captioning: </a:t>
          </a:r>
          <a:r>
            <a:rPr lang="en-US" dirty="0"/>
            <a:t>Generates descriptive text for images.</a:t>
          </a:r>
        </a:p>
      </dgm:t>
    </dgm:pt>
    <dgm:pt modelId="{C1F0149F-DEE3-4831-9415-51346285E6DA}" type="parTrans" cxnId="{9A965385-F28C-4382-A80C-40B9D98E3050}">
      <dgm:prSet/>
      <dgm:spPr/>
      <dgm:t>
        <a:bodyPr/>
        <a:lstStyle/>
        <a:p>
          <a:endParaRPr lang="en-US"/>
        </a:p>
      </dgm:t>
    </dgm:pt>
    <dgm:pt modelId="{80765801-5173-4F38-84E2-092B596B58F9}" type="sibTrans" cxnId="{9A965385-F28C-4382-A80C-40B9D98E3050}">
      <dgm:prSet/>
      <dgm:spPr/>
      <dgm:t>
        <a:bodyPr/>
        <a:lstStyle/>
        <a:p>
          <a:endParaRPr lang="en-US"/>
        </a:p>
      </dgm:t>
    </dgm:pt>
    <dgm:pt modelId="{AB664132-D02D-422C-A540-927F9C39B347}">
      <dgm:prSet/>
      <dgm:spPr/>
      <dgm:t>
        <a:bodyPr/>
        <a:lstStyle/>
        <a:p>
          <a:pPr>
            <a:lnSpc>
              <a:spcPct val="100000"/>
            </a:lnSpc>
          </a:pPr>
          <a:r>
            <a:rPr lang="en-US" b="1" dirty="0"/>
            <a:t>• Visual Question Answering (VQA): </a:t>
          </a:r>
          <a:r>
            <a:rPr lang="en-US" dirty="0"/>
            <a:t>Answers questions based on visual content.</a:t>
          </a:r>
        </a:p>
      </dgm:t>
    </dgm:pt>
    <dgm:pt modelId="{6F3FD8EB-3C8B-456A-8CF7-F1747A3F7052}" type="parTrans" cxnId="{BCD04A2C-C056-4D2E-8E60-074E27B654F1}">
      <dgm:prSet/>
      <dgm:spPr/>
      <dgm:t>
        <a:bodyPr/>
        <a:lstStyle/>
        <a:p>
          <a:endParaRPr lang="en-US"/>
        </a:p>
      </dgm:t>
    </dgm:pt>
    <dgm:pt modelId="{D54BC14C-2664-4C37-A993-378D6AE5CABB}" type="sibTrans" cxnId="{BCD04A2C-C056-4D2E-8E60-074E27B654F1}">
      <dgm:prSet/>
      <dgm:spPr/>
      <dgm:t>
        <a:bodyPr/>
        <a:lstStyle/>
        <a:p>
          <a:endParaRPr lang="en-US"/>
        </a:p>
      </dgm:t>
    </dgm:pt>
    <dgm:pt modelId="{4BC2F300-6488-4F95-869D-8A7C20176092}">
      <dgm:prSet/>
      <dgm:spPr/>
      <dgm:t>
        <a:bodyPr/>
        <a:lstStyle/>
        <a:p>
          <a:pPr>
            <a:lnSpc>
              <a:spcPct val="100000"/>
            </a:lnSpc>
          </a:pPr>
          <a:r>
            <a:rPr lang="en-US" dirty="0"/>
            <a:t>• </a:t>
          </a:r>
          <a:r>
            <a:rPr lang="en-US" b="1" dirty="0"/>
            <a:t>Text-to-Image Generation: </a:t>
          </a:r>
          <a:r>
            <a:rPr lang="en-US" dirty="0"/>
            <a:t>Creates images from textual descriptions.</a:t>
          </a:r>
        </a:p>
      </dgm:t>
    </dgm:pt>
    <dgm:pt modelId="{797896C4-5A10-47F7-AE6A-7636EE8B7EEC}" type="parTrans" cxnId="{2334C00E-3707-4713-A01A-9A9BCB4C9055}">
      <dgm:prSet/>
      <dgm:spPr/>
      <dgm:t>
        <a:bodyPr/>
        <a:lstStyle/>
        <a:p>
          <a:endParaRPr lang="en-US"/>
        </a:p>
      </dgm:t>
    </dgm:pt>
    <dgm:pt modelId="{3C57629D-5B76-43A9-BB93-A0A38D04023A}" type="sibTrans" cxnId="{2334C00E-3707-4713-A01A-9A9BCB4C9055}">
      <dgm:prSet/>
      <dgm:spPr/>
      <dgm:t>
        <a:bodyPr/>
        <a:lstStyle/>
        <a:p>
          <a:endParaRPr lang="en-US"/>
        </a:p>
      </dgm:t>
    </dgm:pt>
    <dgm:pt modelId="{485E041E-9B7A-4121-92EF-580D84D3CA69}">
      <dgm:prSet/>
      <dgm:spPr/>
      <dgm:t>
        <a:bodyPr/>
        <a:lstStyle/>
        <a:p>
          <a:pPr>
            <a:lnSpc>
              <a:spcPct val="100000"/>
            </a:lnSpc>
          </a:pPr>
          <a:r>
            <a:rPr lang="en-US" dirty="0"/>
            <a:t>Example: Given an image of a bustling city street, a VLM can generate a caption like 'A busy urban street with pedestrians and vehicles,' showcasing its ability to interpret and describe scenes.</a:t>
          </a:r>
        </a:p>
      </dgm:t>
    </dgm:pt>
    <dgm:pt modelId="{AFBB1282-D06E-481C-BD1E-BAA041C08F3E}" type="parTrans" cxnId="{DF3C4845-8C64-4BDE-8D01-5BED7B0962F6}">
      <dgm:prSet/>
      <dgm:spPr/>
      <dgm:t>
        <a:bodyPr/>
        <a:lstStyle/>
        <a:p>
          <a:endParaRPr lang="en-US"/>
        </a:p>
      </dgm:t>
    </dgm:pt>
    <dgm:pt modelId="{79553D5A-FDAF-478F-9071-AD9FDD77246F}" type="sibTrans" cxnId="{DF3C4845-8C64-4BDE-8D01-5BED7B0962F6}">
      <dgm:prSet/>
      <dgm:spPr/>
      <dgm:t>
        <a:bodyPr/>
        <a:lstStyle/>
        <a:p>
          <a:endParaRPr lang="en-US"/>
        </a:p>
      </dgm:t>
    </dgm:pt>
    <dgm:pt modelId="{7E8A2620-ACDD-4F11-90F8-1A06A0ACEE75}" type="pres">
      <dgm:prSet presAssocID="{CEA018BD-C7A6-4433-86EE-42BEA60323FC}" presName="root" presStyleCnt="0">
        <dgm:presLayoutVars>
          <dgm:dir/>
          <dgm:resizeHandles val="exact"/>
        </dgm:presLayoutVars>
      </dgm:prSet>
      <dgm:spPr/>
    </dgm:pt>
    <dgm:pt modelId="{2F6ABBAC-5B1E-4FD6-9E37-262187AF4B88}" type="pres">
      <dgm:prSet presAssocID="{710B8F3A-4F61-4412-8075-432AE20073EA}" presName="compNode" presStyleCnt="0"/>
      <dgm:spPr/>
    </dgm:pt>
    <dgm:pt modelId="{14B36A35-AA9D-4561-8BF0-C03E4E2A8D19}" type="pres">
      <dgm:prSet presAssocID="{710B8F3A-4F61-4412-8075-432AE20073EA}" presName="bgRect" presStyleLbl="bgShp" presStyleIdx="0" presStyleCnt="5"/>
      <dgm:spPr/>
    </dgm:pt>
    <dgm:pt modelId="{4C984629-157B-4F71-99DA-C21CC4B9D4F5}" type="pres">
      <dgm:prSet presAssocID="{710B8F3A-4F61-4412-8075-432AE20073EA}" presName="iconRect" presStyleLbl="node1" presStyleIdx="0" presStyleCnt="5"/>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Robot"/>
        </a:ext>
      </dgm:extLst>
    </dgm:pt>
    <dgm:pt modelId="{8C81AD55-6F64-42FC-93D1-8D0572F4CCEE}" type="pres">
      <dgm:prSet presAssocID="{710B8F3A-4F61-4412-8075-432AE20073EA}" presName="spaceRect" presStyleCnt="0"/>
      <dgm:spPr/>
    </dgm:pt>
    <dgm:pt modelId="{7CCECF23-F367-4A15-B9C5-3793AB99A6A9}" type="pres">
      <dgm:prSet presAssocID="{710B8F3A-4F61-4412-8075-432AE20073EA}" presName="parTx" presStyleLbl="revTx" presStyleIdx="0" presStyleCnt="7">
        <dgm:presLayoutVars>
          <dgm:chMax val="0"/>
          <dgm:chPref val="0"/>
        </dgm:presLayoutVars>
      </dgm:prSet>
      <dgm:spPr/>
    </dgm:pt>
    <dgm:pt modelId="{489B26AC-D162-4DBD-97C0-46DD4103CA1B}" type="pres">
      <dgm:prSet presAssocID="{75098538-E889-4ACE-AC00-C3AC68899D64}" presName="sibTrans" presStyleCnt="0"/>
      <dgm:spPr/>
    </dgm:pt>
    <dgm:pt modelId="{DCB84496-46BC-4560-AE51-3B45BCC14238}" type="pres">
      <dgm:prSet presAssocID="{12A5FE99-B03A-4778-AF44-F52B41930B26}" presName="compNode" presStyleCnt="0"/>
      <dgm:spPr/>
    </dgm:pt>
    <dgm:pt modelId="{4186EF5E-AFB2-4FD7-9D2B-66B5E4C322D5}" type="pres">
      <dgm:prSet presAssocID="{12A5FE99-B03A-4778-AF44-F52B41930B26}" presName="bgRect" presStyleLbl="bgShp" presStyleIdx="1" presStyleCnt="5"/>
      <dgm:spPr/>
    </dgm:pt>
    <dgm:pt modelId="{B6EF3963-24A1-4976-9EC2-AD23A587457E}" type="pres">
      <dgm:prSet presAssocID="{12A5FE99-B03A-4778-AF44-F52B41930B26}" presName="iconRect" presStyleLbl="node1" presStyleIdx="1" presStyleCnt="5"/>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Head with Gears"/>
        </a:ext>
      </dgm:extLst>
    </dgm:pt>
    <dgm:pt modelId="{9B267A07-6976-4183-995F-C91E681FE2D6}" type="pres">
      <dgm:prSet presAssocID="{12A5FE99-B03A-4778-AF44-F52B41930B26}" presName="spaceRect" presStyleCnt="0"/>
      <dgm:spPr/>
    </dgm:pt>
    <dgm:pt modelId="{93DAD648-5BB3-4AE3-8308-DD6E7B4ECBD6}" type="pres">
      <dgm:prSet presAssocID="{12A5FE99-B03A-4778-AF44-F52B41930B26}" presName="parTx" presStyleLbl="revTx" presStyleIdx="1" presStyleCnt="7">
        <dgm:presLayoutVars>
          <dgm:chMax val="0"/>
          <dgm:chPref val="0"/>
        </dgm:presLayoutVars>
      </dgm:prSet>
      <dgm:spPr/>
    </dgm:pt>
    <dgm:pt modelId="{8040953E-17DA-49BF-B00C-38A316FCB126}" type="pres">
      <dgm:prSet presAssocID="{0D1ABCAD-AD19-41D1-BEA8-726CD005F4BF}" presName="sibTrans" presStyleCnt="0"/>
      <dgm:spPr/>
    </dgm:pt>
    <dgm:pt modelId="{6AA7F13F-19D2-43EE-B9A2-8C402FD28A4A}" type="pres">
      <dgm:prSet presAssocID="{341E05CF-5573-471E-A4FC-9C48970BB178}" presName="compNode" presStyleCnt="0"/>
      <dgm:spPr/>
    </dgm:pt>
    <dgm:pt modelId="{DD6294D4-2B59-4061-96BE-4E8EB64F305C}" type="pres">
      <dgm:prSet presAssocID="{341E05CF-5573-471E-A4FC-9C48970BB178}" presName="bgRect" presStyleLbl="bgShp" presStyleIdx="2" presStyleCnt="5" custScaleY="190964"/>
      <dgm:spPr/>
    </dgm:pt>
    <dgm:pt modelId="{D1D5093B-9E62-4AB8-8E6A-8DDD99766628}" type="pres">
      <dgm:prSet presAssocID="{341E05CF-5573-471E-A4FC-9C48970BB178}" presName="iconRect" presStyleLbl="node1" presStyleIdx="2" presStyleCnt="5"/>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Gears"/>
        </a:ext>
      </dgm:extLst>
    </dgm:pt>
    <dgm:pt modelId="{A6943E48-5243-4144-BAD4-5E6B553C5FF7}" type="pres">
      <dgm:prSet presAssocID="{341E05CF-5573-471E-A4FC-9C48970BB178}" presName="spaceRect" presStyleCnt="0"/>
      <dgm:spPr/>
    </dgm:pt>
    <dgm:pt modelId="{EF3EC8B3-E515-40D3-B223-39E0FD9039F5}" type="pres">
      <dgm:prSet presAssocID="{341E05CF-5573-471E-A4FC-9C48970BB178}" presName="parTx" presStyleLbl="revTx" presStyleIdx="2" presStyleCnt="7">
        <dgm:presLayoutVars>
          <dgm:chMax val="0"/>
          <dgm:chPref val="0"/>
        </dgm:presLayoutVars>
      </dgm:prSet>
      <dgm:spPr/>
    </dgm:pt>
    <dgm:pt modelId="{9FDE3841-0546-42BA-B6B5-6A1EA44AEFAA}" type="pres">
      <dgm:prSet presAssocID="{341E05CF-5573-471E-A4FC-9C48970BB178}" presName="desTx" presStyleLbl="revTx" presStyleIdx="3" presStyleCnt="7" custScaleX="113272" custScaleY="140861">
        <dgm:presLayoutVars/>
      </dgm:prSet>
      <dgm:spPr/>
    </dgm:pt>
    <dgm:pt modelId="{44F996E8-7792-4C5D-81FC-2C08337EFC3A}" type="pres">
      <dgm:prSet presAssocID="{09A1B448-4855-4D3D-881F-399257143F3F}" presName="sibTrans" presStyleCnt="0"/>
      <dgm:spPr/>
    </dgm:pt>
    <dgm:pt modelId="{73EBB7C3-1064-4619-BC02-F95358D8445E}" type="pres">
      <dgm:prSet presAssocID="{5644C743-21EE-4D8C-9884-4F6513197773}" presName="compNode" presStyleCnt="0"/>
      <dgm:spPr/>
    </dgm:pt>
    <dgm:pt modelId="{339BB393-7B7B-4CD4-87EB-13C4CC3DC899}" type="pres">
      <dgm:prSet presAssocID="{5644C743-21EE-4D8C-9884-4F6513197773}" presName="bgRect" presStyleLbl="bgShp" presStyleIdx="3" presStyleCnt="5" custScaleY="163533"/>
      <dgm:spPr/>
    </dgm:pt>
    <dgm:pt modelId="{BFAA6DCA-A95D-42ED-BCD1-E79FB9332F88}" type="pres">
      <dgm:prSet presAssocID="{5644C743-21EE-4D8C-9884-4F6513197773}" presName="iconRect" presStyleLbl="node1" presStyleIdx="3" presStyleCnt="5"/>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Subtitles"/>
        </a:ext>
      </dgm:extLst>
    </dgm:pt>
    <dgm:pt modelId="{38CD818A-5E26-4C0A-86ED-52FCDFA50506}" type="pres">
      <dgm:prSet presAssocID="{5644C743-21EE-4D8C-9884-4F6513197773}" presName="spaceRect" presStyleCnt="0"/>
      <dgm:spPr/>
    </dgm:pt>
    <dgm:pt modelId="{EAD7EBD4-AEA3-4D77-9F8E-0E418FF50CB3}" type="pres">
      <dgm:prSet presAssocID="{5644C743-21EE-4D8C-9884-4F6513197773}" presName="parTx" presStyleLbl="revTx" presStyleIdx="4" presStyleCnt="7">
        <dgm:presLayoutVars>
          <dgm:chMax val="0"/>
          <dgm:chPref val="0"/>
        </dgm:presLayoutVars>
      </dgm:prSet>
      <dgm:spPr/>
    </dgm:pt>
    <dgm:pt modelId="{F2B0A0BE-4CA7-4082-BCA7-A284E036BDA1}" type="pres">
      <dgm:prSet presAssocID="{5644C743-21EE-4D8C-9884-4F6513197773}" presName="desTx" presStyleLbl="revTx" presStyleIdx="5" presStyleCnt="7" custScaleX="113156" custScaleY="149113">
        <dgm:presLayoutVars/>
      </dgm:prSet>
      <dgm:spPr/>
    </dgm:pt>
    <dgm:pt modelId="{8B0546E1-7695-458D-8E5B-DC4B93B796E0}" type="pres">
      <dgm:prSet presAssocID="{C7A3D325-3C33-4DCF-9942-FD6661CD0023}" presName="sibTrans" presStyleCnt="0"/>
      <dgm:spPr/>
    </dgm:pt>
    <dgm:pt modelId="{E5AE1953-6919-4B6F-B4C1-CCE7E34C1651}" type="pres">
      <dgm:prSet presAssocID="{485E041E-9B7A-4121-92EF-580D84D3CA69}" presName="compNode" presStyleCnt="0"/>
      <dgm:spPr/>
    </dgm:pt>
    <dgm:pt modelId="{F2CFF5AD-DFF0-417B-A917-AB4F72BE61E5}" type="pres">
      <dgm:prSet presAssocID="{485E041E-9B7A-4121-92EF-580D84D3CA69}" presName="bgRect" presStyleLbl="bgShp" presStyleIdx="4" presStyleCnt="5"/>
      <dgm:spPr/>
    </dgm:pt>
    <dgm:pt modelId="{8BB2C63E-F616-49BE-9FA2-92668B50D2CB}" type="pres">
      <dgm:prSet presAssocID="{485E041E-9B7A-4121-92EF-580D84D3CA69}" presName="iconRect" presStyleLbl="node1" presStyleIdx="4" presStyleCnt="5"/>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Traffic Light"/>
        </a:ext>
      </dgm:extLst>
    </dgm:pt>
    <dgm:pt modelId="{560F1D07-5FA5-4AF2-88E7-191ACECFC86E}" type="pres">
      <dgm:prSet presAssocID="{485E041E-9B7A-4121-92EF-580D84D3CA69}" presName="spaceRect" presStyleCnt="0"/>
      <dgm:spPr/>
    </dgm:pt>
    <dgm:pt modelId="{FBDB954D-8538-4A53-889A-C05F5C02EDAC}" type="pres">
      <dgm:prSet presAssocID="{485E041E-9B7A-4121-92EF-580D84D3CA69}" presName="parTx" presStyleLbl="revTx" presStyleIdx="6" presStyleCnt="7">
        <dgm:presLayoutVars>
          <dgm:chMax val="0"/>
          <dgm:chPref val="0"/>
        </dgm:presLayoutVars>
      </dgm:prSet>
      <dgm:spPr/>
    </dgm:pt>
  </dgm:ptLst>
  <dgm:cxnLst>
    <dgm:cxn modelId="{CB0FC504-B6EB-4AA5-AA18-DE4EB3B9C25B}" type="presOf" srcId="{341E05CF-5573-471E-A4FC-9C48970BB178}" destId="{EF3EC8B3-E515-40D3-B223-39E0FD9039F5}" srcOrd="0" destOrd="0" presId="urn:microsoft.com/office/officeart/2018/2/layout/IconVerticalSolidList"/>
    <dgm:cxn modelId="{2334C00E-3707-4713-A01A-9A9BCB4C9055}" srcId="{5644C743-21EE-4D8C-9884-4F6513197773}" destId="{4BC2F300-6488-4F95-869D-8A7C20176092}" srcOrd="2" destOrd="0" parTransId="{797896C4-5A10-47F7-AE6A-7636EE8B7EEC}" sibTransId="{3C57629D-5B76-43A9-BB93-A0A38D04023A}"/>
    <dgm:cxn modelId="{09AE6019-3D60-4F41-A056-B22F4004CA3B}" type="presOf" srcId="{4CA8719D-ACE6-4A37-935F-F340069605F6}" destId="{9FDE3841-0546-42BA-B6B5-6A1EA44AEFAA}" srcOrd="0" destOrd="1" presId="urn:microsoft.com/office/officeart/2018/2/layout/IconVerticalSolidList"/>
    <dgm:cxn modelId="{90F5BA27-B600-447F-919E-4328674F1A13}" type="presOf" srcId="{AB664132-D02D-422C-A540-927F9C39B347}" destId="{F2B0A0BE-4CA7-4082-BCA7-A284E036BDA1}" srcOrd="0" destOrd="1" presId="urn:microsoft.com/office/officeart/2018/2/layout/IconVerticalSolidList"/>
    <dgm:cxn modelId="{BCD04A2C-C056-4D2E-8E60-074E27B654F1}" srcId="{5644C743-21EE-4D8C-9884-4F6513197773}" destId="{AB664132-D02D-422C-A540-927F9C39B347}" srcOrd="1" destOrd="0" parTransId="{6F3FD8EB-3C8B-456A-8CF7-F1747A3F7052}" sibTransId="{D54BC14C-2664-4C37-A993-378D6AE5CABB}"/>
    <dgm:cxn modelId="{CF7ECD32-2121-4F64-95B1-9B1682EA1225}" srcId="{341E05CF-5573-471E-A4FC-9C48970BB178}" destId="{4CA8719D-ACE6-4A37-935F-F340069605F6}" srcOrd="1" destOrd="0" parTransId="{2D0C61E4-1C67-4DA6-A5A1-912747A6A8D3}" sibTransId="{3275D75E-5291-455E-8857-73E190299452}"/>
    <dgm:cxn modelId="{98ABA73E-42F1-45D0-952C-1CD5479B8117}" type="presOf" srcId="{FFF2534F-77A3-40DF-973E-AC64518B1B41}" destId="{9FDE3841-0546-42BA-B6B5-6A1EA44AEFAA}" srcOrd="0" destOrd="0" presId="urn:microsoft.com/office/officeart/2018/2/layout/IconVerticalSolidList"/>
    <dgm:cxn modelId="{DF3C4845-8C64-4BDE-8D01-5BED7B0962F6}" srcId="{CEA018BD-C7A6-4433-86EE-42BEA60323FC}" destId="{485E041E-9B7A-4121-92EF-580D84D3CA69}" srcOrd="4" destOrd="0" parTransId="{AFBB1282-D06E-481C-BD1E-BAA041C08F3E}" sibTransId="{79553D5A-FDAF-478F-9071-AD9FDD77246F}"/>
    <dgm:cxn modelId="{99374648-07A1-4BB4-87D0-B8066B831D32}" type="presOf" srcId="{CEA018BD-C7A6-4433-86EE-42BEA60323FC}" destId="{7E8A2620-ACDD-4F11-90F8-1A06A0ACEE75}" srcOrd="0" destOrd="0" presId="urn:microsoft.com/office/officeart/2018/2/layout/IconVerticalSolidList"/>
    <dgm:cxn modelId="{F0B7BD55-EA69-498C-922F-87B6C1D2184D}" srcId="{CEA018BD-C7A6-4433-86EE-42BEA60323FC}" destId="{12A5FE99-B03A-4778-AF44-F52B41930B26}" srcOrd="1" destOrd="0" parTransId="{B352A26F-7963-49D5-9453-6BE57EEF9472}" sibTransId="{0D1ABCAD-AD19-41D1-BEA8-726CD005F4BF}"/>
    <dgm:cxn modelId="{07B25D6A-AA02-4722-BD8D-CFA7DF090FC5}" type="presOf" srcId="{710B8F3A-4F61-4412-8075-432AE20073EA}" destId="{7CCECF23-F367-4A15-B9C5-3793AB99A6A9}" srcOrd="0" destOrd="0" presId="urn:microsoft.com/office/officeart/2018/2/layout/IconVerticalSolidList"/>
    <dgm:cxn modelId="{942C2B6D-62E2-404D-B9E9-1400433D95F7}" srcId="{CEA018BD-C7A6-4433-86EE-42BEA60323FC}" destId="{341E05CF-5573-471E-A4FC-9C48970BB178}" srcOrd="2" destOrd="0" parTransId="{34D30492-AF91-46DE-8E00-72AC5D5B6045}" sibTransId="{09A1B448-4855-4D3D-881F-399257143F3F}"/>
    <dgm:cxn modelId="{FB961D6F-8EDF-4A49-9173-CEA947A82E06}" type="presOf" srcId="{4BC2F300-6488-4F95-869D-8A7C20176092}" destId="{F2B0A0BE-4CA7-4082-BCA7-A284E036BDA1}" srcOrd="0" destOrd="2" presId="urn:microsoft.com/office/officeart/2018/2/layout/IconVerticalSolidList"/>
    <dgm:cxn modelId="{9A965385-F28C-4382-A80C-40B9D98E3050}" srcId="{5644C743-21EE-4D8C-9884-4F6513197773}" destId="{3670BD92-1A42-4746-993E-C51DE3F52BB9}" srcOrd="0" destOrd="0" parTransId="{C1F0149F-DEE3-4831-9415-51346285E6DA}" sibTransId="{80765801-5173-4F38-84E2-092B596B58F9}"/>
    <dgm:cxn modelId="{60640DA9-7DBD-4DB6-B27B-8AD8173038DC}" type="presOf" srcId="{12A5FE99-B03A-4778-AF44-F52B41930B26}" destId="{93DAD648-5BB3-4AE3-8308-DD6E7B4ECBD6}" srcOrd="0" destOrd="0" presId="urn:microsoft.com/office/officeart/2018/2/layout/IconVerticalSolidList"/>
    <dgm:cxn modelId="{C7DBD1A9-F1F9-447A-910B-F41424146A00}" srcId="{CEA018BD-C7A6-4433-86EE-42BEA60323FC}" destId="{710B8F3A-4F61-4412-8075-432AE20073EA}" srcOrd="0" destOrd="0" parTransId="{E8FF44CF-8F3C-4AA6-880D-75DACBA7DFB0}" sibTransId="{75098538-E889-4ACE-AC00-C3AC68899D64}"/>
    <dgm:cxn modelId="{1AC800B2-E5F3-4D58-AD67-0E59B7855469}" srcId="{CEA018BD-C7A6-4433-86EE-42BEA60323FC}" destId="{5644C743-21EE-4D8C-9884-4F6513197773}" srcOrd="3" destOrd="0" parTransId="{3FB06202-4F1C-4AAF-A609-56A007A51DD8}" sibTransId="{C7A3D325-3C33-4DCF-9942-FD6661CD0023}"/>
    <dgm:cxn modelId="{4D294DB8-B66D-4E03-B00B-B107C3A269E5}" type="presOf" srcId="{5644C743-21EE-4D8C-9884-4F6513197773}" destId="{EAD7EBD4-AEA3-4D77-9F8E-0E418FF50CB3}" srcOrd="0" destOrd="0" presId="urn:microsoft.com/office/officeart/2018/2/layout/IconVerticalSolidList"/>
    <dgm:cxn modelId="{2E8384D3-45C6-43F7-9084-5FEC61CE46E5}" type="presOf" srcId="{485E041E-9B7A-4121-92EF-580D84D3CA69}" destId="{FBDB954D-8538-4A53-889A-C05F5C02EDAC}" srcOrd="0" destOrd="0" presId="urn:microsoft.com/office/officeart/2018/2/layout/IconVerticalSolidList"/>
    <dgm:cxn modelId="{907FA4F1-2860-4A53-8993-7171E6F9B476}" type="presOf" srcId="{3670BD92-1A42-4746-993E-C51DE3F52BB9}" destId="{F2B0A0BE-4CA7-4082-BCA7-A284E036BDA1}" srcOrd="0" destOrd="0" presId="urn:microsoft.com/office/officeart/2018/2/layout/IconVerticalSolidList"/>
    <dgm:cxn modelId="{F149BAF3-FEB4-4942-A30B-4611CF5C8049}" srcId="{341E05CF-5573-471E-A4FC-9C48970BB178}" destId="{FFF2534F-77A3-40DF-973E-AC64518B1B41}" srcOrd="0" destOrd="0" parTransId="{91814519-C80E-41B1-AB9B-6B5D2194C471}" sibTransId="{35BEBECC-C82E-4EE0-A0FC-B537D8B81455}"/>
    <dgm:cxn modelId="{5C96AD57-4E2B-4121-B062-3D846C770070}" type="presParOf" srcId="{7E8A2620-ACDD-4F11-90F8-1A06A0ACEE75}" destId="{2F6ABBAC-5B1E-4FD6-9E37-262187AF4B88}" srcOrd="0" destOrd="0" presId="urn:microsoft.com/office/officeart/2018/2/layout/IconVerticalSolidList"/>
    <dgm:cxn modelId="{27CF09E4-1752-4E6C-9C81-0E4B13D48013}" type="presParOf" srcId="{2F6ABBAC-5B1E-4FD6-9E37-262187AF4B88}" destId="{14B36A35-AA9D-4561-8BF0-C03E4E2A8D19}" srcOrd="0" destOrd="0" presId="urn:microsoft.com/office/officeart/2018/2/layout/IconVerticalSolidList"/>
    <dgm:cxn modelId="{BF0A4A7E-A060-4253-9C35-B1836CD174DF}" type="presParOf" srcId="{2F6ABBAC-5B1E-4FD6-9E37-262187AF4B88}" destId="{4C984629-157B-4F71-99DA-C21CC4B9D4F5}" srcOrd="1" destOrd="0" presId="urn:microsoft.com/office/officeart/2018/2/layout/IconVerticalSolidList"/>
    <dgm:cxn modelId="{72AED344-BAFF-4178-B7FF-124F0C804706}" type="presParOf" srcId="{2F6ABBAC-5B1E-4FD6-9E37-262187AF4B88}" destId="{8C81AD55-6F64-42FC-93D1-8D0572F4CCEE}" srcOrd="2" destOrd="0" presId="urn:microsoft.com/office/officeart/2018/2/layout/IconVerticalSolidList"/>
    <dgm:cxn modelId="{AEB73785-8A6D-4CE3-9E32-16FCD051560C}" type="presParOf" srcId="{2F6ABBAC-5B1E-4FD6-9E37-262187AF4B88}" destId="{7CCECF23-F367-4A15-B9C5-3793AB99A6A9}" srcOrd="3" destOrd="0" presId="urn:microsoft.com/office/officeart/2018/2/layout/IconVerticalSolidList"/>
    <dgm:cxn modelId="{5081A25A-19A5-43DF-9A4B-29797696C1AD}" type="presParOf" srcId="{7E8A2620-ACDD-4F11-90F8-1A06A0ACEE75}" destId="{489B26AC-D162-4DBD-97C0-46DD4103CA1B}" srcOrd="1" destOrd="0" presId="urn:microsoft.com/office/officeart/2018/2/layout/IconVerticalSolidList"/>
    <dgm:cxn modelId="{C43770E6-C742-4293-BF8B-0A8AE34979AD}" type="presParOf" srcId="{7E8A2620-ACDD-4F11-90F8-1A06A0ACEE75}" destId="{DCB84496-46BC-4560-AE51-3B45BCC14238}" srcOrd="2" destOrd="0" presId="urn:microsoft.com/office/officeart/2018/2/layout/IconVerticalSolidList"/>
    <dgm:cxn modelId="{7AA6093F-FC61-455E-9195-954CB7502A0C}" type="presParOf" srcId="{DCB84496-46BC-4560-AE51-3B45BCC14238}" destId="{4186EF5E-AFB2-4FD7-9D2B-66B5E4C322D5}" srcOrd="0" destOrd="0" presId="urn:microsoft.com/office/officeart/2018/2/layout/IconVerticalSolidList"/>
    <dgm:cxn modelId="{084F49D5-BB7E-4D23-A002-2612859731AF}" type="presParOf" srcId="{DCB84496-46BC-4560-AE51-3B45BCC14238}" destId="{B6EF3963-24A1-4976-9EC2-AD23A587457E}" srcOrd="1" destOrd="0" presId="urn:microsoft.com/office/officeart/2018/2/layout/IconVerticalSolidList"/>
    <dgm:cxn modelId="{42E1C7EC-A868-4652-B7FE-F3DF9C314C40}" type="presParOf" srcId="{DCB84496-46BC-4560-AE51-3B45BCC14238}" destId="{9B267A07-6976-4183-995F-C91E681FE2D6}" srcOrd="2" destOrd="0" presId="urn:microsoft.com/office/officeart/2018/2/layout/IconVerticalSolidList"/>
    <dgm:cxn modelId="{74903692-6016-473C-A506-70A86CAAD98C}" type="presParOf" srcId="{DCB84496-46BC-4560-AE51-3B45BCC14238}" destId="{93DAD648-5BB3-4AE3-8308-DD6E7B4ECBD6}" srcOrd="3" destOrd="0" presId="urn:microsoft.com/office/officeart/2018/2/layout/IconVerticalSolidList"/>
    <dgm:cxn modelId="{324CA07B-3B86-4462-ACEF-3237437B8C4D}" type="presParOf" srcId="{7E8A2620-ACDD-4F11-90F8-1A06A0ACEE75}" destId="{8040953E-17DA-49BF-B00C-38A316FCB126}" srcOrd="3" destOrd="0" presId="urn:microsoft.com/office/officeart/2018/2/layout/IconVerticalSolidList"/>
    <dgm:cxn modelId="{1AFEF26B-F85C-4A0B-A098-2170CF835F50}" type="presParOf" srcId="{7E8A2620-ACDD-4F11-90F8-1A06A0ACEE75}" destId="{6AA7F13F-19D2-43EE-B9A2-8C402FD28A4A}" srcOrd="4" destOrd="0" presId="urn:microsoft.com/office/officeart/2018/2/layout/IconVerticalSolidList"/>
    <dgm:cxn modelId="{96680AD7-EA15-41AF-95AF-5BD1E31A01EB}" type="presParOf" srcId="{6AA7F13F-19D2-43EE-B9A2-8C402FD28A4A}" destId="{DD6294D4-2B59-4061-96BE-4E8EB64F305C}" srcOrd="0" destOrd="0" presId="urn:microsoft.com/office/officeart/2018/2/layout/IconVerticalSolidList"/>
    <dgm:cxn modelId="{AF3E37DB-8D80-4D19-9C7D-C3F3DA2161FE}" type="presParOf" srcId="{6AA7F13F-19D2-43EE-B9A2-8C402FD28A4A}" destId="{D1D5093B-9E62-4AB8-8E6A-8DDD99766628}" srcOrd="1" destOrd="0" presId="urn:microsoft.com/office/officeart/2018/2/layout/IconVerticalSolidList"/>
    <dgm:cxn modelId="{F0C83DD6-5E85-4285-B678-D1E13E3CABA7}" type="presParOf" srcId="{6AA7F13F-19D2-43EE-B9A2-8C402FD28A4A}" destId="{A6943E48-5243-4144-BAD4-5E6B553C5FF7}" srcOrd="2" destOrd="0" presId="urn:microsoft.com/office/officeart/2018/2/layout/IconVerticalSolidList"/>
    <dgm:cxn modelId="{2C6A36C5-9FA1-4E03-979C-068832671E98}" type="presParOf" srcId="{6AA7F13F-19D2-43EE-B9A2-8C402FD28A4A}" destId="{EF3EC8B3-E515-40D3-B223-39E0FD9039F5}" srcOrd="3" destOrd="0" presId="urn:microsoft.com/office/officeart/2018/2/layout/IconVerticalSolidList"/>
    <dgm:cxn modelId="{DFC42246-DF64-4F68-8CCC-CDBA98D6A17F}" type="presParOf" srcId="{6AA7F13F-19D2-43EE-B9A2-8C402FD28A4A}" destId="{9FDE3841-0546-42BA-B6B5-6A1EA44AEFAA}" srcOrd="4" destOrd="0" presId="urn:microsoft.com/office/officeart/2018/2/layout/IconVerticalSolidList"/>
    <dgm:cxn modelId="{7705372B-1063-4568-ABEC-08A83EA4D9DB}" type="presParOf" srcId="{7E8A2620-ACDD-4F11-90F8-1A06A0ACEE75}" destId="{44F996E8-7792-4C5D-81FC-2C08337EFC3A}" srcOrd="5" destOrd="0" presId="urn:microsoft.com/office/officeart/2018/2/layout/IconVerticalSolidList"/>
    <dgm:cxn modelId="{98E2FC46-7FB1-4132-A500-CED5D9029A3C}" type="presParOf" srcId="{7E8A2620-ACDD-4F11-90F8-1A06A0ACEE75}" destId="{73EBB7C3-1064-4619-BC02-F95358D8445E}" srcOrd="6" destOrd="0" presId="urn:microsoft.com/office/officeart/2018/2/layout/IconVerticalSolidList"/>
    <dgm:cxn modelId="{D3D62111-CA4E-45FE-97D8-C1CBFC09BE62}" type="presParOf" srcId="{73EBB7C3-1064-4619-BC02-F95358D8445E}" destId="{339BB393-7B7B-4CD4-87EB-13C4CC3DC899}" srcOrd="0" destOrd="0" presId="urn:microsoft.com/office/officeart/2018/2/layout/IconVerticalSolidList"/>
    <dgm:cxn modelId="{52225F2C-670B-4A3E-8BAD-B8E9CE81EE9F}" type="presParOf" srcId="{73EBB7C3-1064-4619-BC02-F95358D8445E}" destId="{BFAA6DCA-A95D-42ED-BCD1-E79FB9332F88}" srcOrd="1" destOrd="0" presId="urn:microsoft.com/office/officeart/2018/2/layout/IconVerticalSolidList"/>
    <dgm:cxn modelId="{934C5F09-F5D5-4A73-8A16-47D7FA3B4841}" type="presParOf" srcId="{73EBB7C3-1064-4619-BC02-F95358D8445E}" destId="{38CD818A-5E26-4C0A-86ED-52FCDFA50506}" srcOrd="2" destOrd="0" presId="urn:microsoft.com/office/officeart/2018/2/layout/IconVerticalSolidList"/>
    <dgm:cxn modelId="{22295B10-52C9-4B58-A41F-E1B7372E2CCD}" type="presParOf" srcId="{73EBB7C3-1064-4619-BC02-F95358D8445E}" destId="{EAD7EBD4-AEA3-4D77-9F8E-0E418FF50CB3}" srcOrd="3" destOrd="0" presId="urn:microsoft.com/office/officeart/2018/2/layout/IconVerticalSolidList"/>
    <dgm:cxn modelId="{5944E138-43B7-4C3F-993E-7EC59762A4C4}" type="presParOf" srcId="{73EBB7C3-1064-4619-BC02-F95358D8445E}" destId="{F2B0A0BE-4CA7-4082-BCA7-A284E036BDA1}" srcOrd="4" destOrd="0" presId="urn:microsoft.com/office/officeart/2018/2/layout/IconVerticalSolidList"/>
    <dgm:cxn modelId="{E36ED3DE-92D3-4E85-BF2B-13802CB5E8E3}" type="presParOf" srcId="{7E8A2620-ACDD-4F11-90F8-1A06A0ACEE75}" destId="{8B0546E1-7695-458D-8E5B-DC4B93B796E0}" srcOrd="7" destOrd="0" presId="urn:microsoft.com/office/officeart/2018/2/layout/IconVerticalSolidList"/>
    <dgm:cxn modelId="{35AFBB4F-0099-479D-B9AF-C7102E0DB0F5}" type="presParOf" srcId="{7E8A2620-ACDD-4F11-90F8-1A06A0ACEE75}" destId="{E5AE1953-6919-4B6F-B4C1-CCE7E34C1651}" srcOrd="8" destOrd="0" presId="urn:microsoft.com/office/officeart/2018/2/layout/IconVerticalSolidList"/>
    <dgm:cxn modelId="{83CF6DE3-FCCE-48D7-BAA7-FA29E1FFDFC7}" type="presParOf" srcId="{E5AE1953-6919-4B6F-B4C1-CCE7E34C1651}" destId="{F2CFF5AD-DFF0-417B-A917-AB4F72BE61E5}" srcOrd="0" destOrd="0" presId="urn:microsoft.com/office/officeart/2018/2/layout/IconVerticalSolidList"/>
    <dgm:cxn modelId="{7A466518-F12D-40EE-935F-7D7BE626F2CD}" type="presParOf" srcId="{E5AE1953-6919-4B6F-B4C1-CCE7E34C1651}" destId="{8BB2C63E-F616-49BE-9FA2-92668B50D2CB}" srcOrd="1" destOrd="0" presId="urn:microsoft.com/office/officeart/2018/2/layout/IconVerticalSolidList"/>
    <dgm:cxn modelId="{FDE3AF09-797A-47DE-AAA9-FB6506E05E89}" type="presParOf" srcId="{E5AE1953-6919-4B6F-B4C1-CCE7E34C1651}" destId="{560F1D07-5FA5-4AF2-88E7-191ACECFC86E}" srcOrd="2" destOrd="0" presId="urn:microsoft.com/office/officeart/2018/2/layout/IconVerticalSolidList"/>
    <dgm:cxn modelId="{591D178C-881A-41ED-AF29-3A0C8EBB9931}" type="presParOf" srcId="{E5AE1953-6919-4B6F-B4C1-CCE7E34C1651}" destId="{FBDB954D-8538-4A53-889A-C05F5C02EDAC}"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372BDB8E-7657-4D13-B2DD-50EA8746845C}" type="doc">
      <dgm:prSet loTypeId="urn:microsoft.com/office/officeart/2005/8/layout/process4" loCatId="process" qsTypeId="urn:microsoft.com/office/officeart/2005/8/quickstyle/simple1" qsCatId="simple" csTypeId="urn:microsoft.com/office/officeart/2005/8/colors/accent1_2" csCatId="accent1" phldr="1"/>
      <dgm:spPr/>
      <dgm:t>
        <a:bodyPr/>
        <a:lstStyle/>
        <a:p>
          <a:endParaRPr lang="en-US"/>
        </a:p>
      </dgm:t>
    </dgm:pt>
    <dgm:pt modelId="{F5EEF82B-B656-490B-8BFA-CB94D4884EFB}">
      <dgm:prSet/>
      <dgm:spPr/>
      <dgm:t>
        <a:bodyPr/>
        <a:lstStyle/>
        <a:p>
          <a:r>
            <a:rPr lang="en-US" dirty="0"/>
            <a:t>LLaVA-v1.6-Mistral-7B-HF is an open-source multimodal model with 7 billion parameters.</a:t>
          </a:r>
        </a:p>
      </dgm:t>
    </dgm:pt>
    <dgm:pt modelId="{0F6C88F6-0DF8-4329-891F-481F4362E59E}" type="parTrans" cxnId="{F5626AC8-FA61-4B9E-AEB2-7ED0620F8A36}">
      <dgm:prSet/>
      <dgm:spPr/>
      <dgm:t>
        <a:bodyPr/>
        <a:lstStyle/>
        <a:p>
          <a:endParaRPr lang="en-US"/>
        </a:p>
      </dgm:t>
    </dgm:pt>
    <dgm:pt modelId="{79F3B79F-4708-406E-B663-E366BE01F3A4}" type="sibTrans" cxnId="{F5626AC8-FA61-4B9E-AEB2-7ED0620F8A36}">
      <dgm:prSet/>
      <dgm:spPr/>
      <dgm:t>
        <a:bodyPr/>
        <a:lstStyle/>
        <a:p>
          <a:endParaRPr lang="en-US"/>
        </a:p>
      </dgm:t>
    </dgm:pt>
    <dgm:pt modelId="{3FA1953B-9F9D-4B9C-B52D-BAF3008C6789}">
      <dgm:prSet/>
      <dgm:spPr/>
      <dgm:t>
        <a:bodyPr/>
        <a:lstStyle/>
        <a:p>
          <a:r>
            <a:rPr lang="en-US" dirty="0"/>
            <a:t>It integrates a language model (Mistral-7B) with a vision encoder to process and generate both text and image data for applications such as image captioning, visual question answering, and multimodal chatbots.</a:t>
          </a:r>
        </a:p>
      </dgm:t>
    </dgm:pt>
    <dgm:pt modelId="{739E3A63-887B-4A2A-A2C3-C82F5537A1F5}" type="parTrans" cxnId="{43DFB8D2-0690-432F-AC5D-BE1AD64C2235}">
      <dgm:prSet/>
      <dgm:spPr/>
      <dgm:t>
        <a:bodyPr/>
        <a:lstStyle/>
        <a:p>
          <a:endParaRPr lang="en-US"/>
        </a:p>
      </dgm:t>
    </dgm:pt>
    <dgm:pt modelId="{2F162597-0D3D-4336-B4D1-8EC277D18667}" type="sibTrans" cxnId="{43DFB8D2-0690-432F-AC5D-BE1AD64C2235}">
      <dgm:prSet/>
      <dgm:spPr/>
      <dgm:t>
        <a:bodyPr/>
        <a:lstStyle/>
        <a:p>
          <a:endParaRPr lang="en-US"/>
        </a:p>
      </dgm:t>
    </dgm:pt>
    <dgm:pt modelId="{DC4011D1-742E-4794-A706-EE056A17B9FA}">
      <dgm:prSet/>
      <dgm:spPr/>
      <dgm:t>
        <a:bodyPr/>
        <a:lstStyle/>
        <a:p>
          <a:r>
            <a:rPr lang="en-US" dirty="0"/>
            <a:t>Key Technical Features:</a:t>
          </a:r>
        </a:p>
      </dgm:t>
    </dgm:pt>
    <dgm:pt modelId="{D2C45654-C759-4B80-9F71-DAAB4A92D0DB}" type="parTrans" cxnId="{64FFAD90-BEF6-48E5-B75B-7E35C1D428B8}">
      <dgm:prSet/>
      <dgm:spPr/>
      <dgm:t>
        <a:bodyPr/>
        <a:lstStyle/>
        <a:p>
          <a:endParaRPr lang="en-US"/>
        </a:p>
      </dgm:t>
    </dgm:pt>
    <dgm:pt modelId="{A64A33B0-D6E8-4841-82D5-F52CA24B27F8}" type="sibTrans" cxnId="{64FFAD90-BEF6-48E5-B75B-7E35C1D428B8}">
      <dgm:prSet/>
      <dgm:spPr/>
      <dgm:t>
        <a:bodyPr/>
        <a:lstStyle/>
        <a:p>
          <a:endParaRPr lang="en-US"/>
        </a:p>
      </dgm:t>
    </dgm:pt>
    <dgm:pt modelId="{02277F6E-4E98-43EF-B437-69695FAC0157}">
      <dgm:prSet/>
      <dgm:spPr/>
      <dgm:t>
        <a:bodyPr/>
        <a:lstStyle/>
        <a:p>
          <a:r>
            <a:rPr lang="en-US" b="1" dirty="0"/>
            <a:t>7 billion Parameters</a:t>
          </a:r>
        </a:p>
      </dgm:t>
    </dgm:pt>
    <dgm:pt modelId="{7BF942B9-E46A-492B-BC1E-D2297B34207A}" type="parTrans" cxnId="{BC31992D-49C1-4E6D-B90C-F705601B68F9}">
      <dgm:prSet/>
      <dgm:spPr/>
      <dgm:t>
        <a:bodyPr/>
        <a:lstStyle/>
        <a:p>
          <a:endParaRPr lang="en-US"/>
        </a:p>
      </dgm:t>
    </dgm:pt>
    <dgm:pt modelId="{6C9D8949-E688-4C41-9CF1-9413688AC651}" type="sibTrans" cxnId="{BC31992D-49C1-4E6D-B90C-F705601B68F9}">
      <dgm:prSet/>
      <dgm:spPr/>
      <dgm:t>
        <a:bodyPr/>
        <a:lstStyle/>
        <a:p>
          <a:endParaRPr lang="en-US"/>
        </a:p>
      </dgm:t>
    </dgm:pt>
    <dgm:pt modelId="{2CCDC5C2-F267-401D-8CBD-DEADF934D651}">
      <dgm:prSet/>
      <dgm:spPr/>
      <dgm:t>
        <a:bodyPr/>
        <a:lstStyle/>
        <a:p>
          <a:r>
            <a:rPr lang="en-US" b="1" dirty="0"/>
            <a:t>Enhanced Language Model</a:t>
          </a:r>
          <a:endParaRPr lang="en-US" dirty="0"/>
        </a:p>
      </dgm:t>
    </dgm:pt>
    <dgm:pt modelId="{B3566FF3-6617-4AE1-95B5-271F1ACA27B7}" type="parTrans" cxnId="{741FFA36-B4B1-46F1-918F-E72CA20F3478}">
      <dgm:prSet/>
      <dgm:spPr/>
      <dgm:t>
        <a:bodyPr/>
        <a:lstStyle/>
        <a:p>
          <a:endParaRPr lang="en-US"/>
        </a:p>
      </dgm:t>
    </dgm:pt>
    <dgm:pt modelId="{3D6B7F5F-426E-4700-BF1B-A2F632209C7D}" type="sibTrans" cxnId="{741FFA36-B4B1-46F1-918F-E72CA20F3478}">
      <dgm:prSet/>
      <dgm:spPr/>
      <dgm:t>
        <a:bodyPr/>
        <a:lstStyle/>
        <a:p>
          <a:endParaRPr lang="en-US"/>
        </a:p>
      </dgm:t>
    </dgm:pt>
    <dgm:pt modelId="{FD047D6A-1EFD-42FD-BA83-88C3D0C02137}">
      <dgm:prSet/>
      <dgm:spPr/>
      <dgm:t>
        <a:bodyPr/>
        <a:lstStyle/>
        <a:p>
          <a:r>
            <a:rPr lang="en-US" b="1" dirty="0"/>
            <a:t>Diverse and High-Quality Data</a:t>
          </a:r>
          <a:endParaRPr lang="en-US" dirty="0"/>
        </a:p>
      </dgm:t>
    </dgm:pt>
    <dgm:pt modelId="{F619ED51-3603-4A1C-ABCA-A473561B8125}" type="parTrans" cxnId="{47838F0B-E906-4C66-99BC-DCF1FED5FC84}">
      <dgm:prSet/>
      <dgm:spPr/>
      <dgm:t>
        <a:bodyPr/>
        <a:lstStyle/>
        <a:p>
          <a:endParaRPr lang="en-US"/>
        </a:p>
      </dgm:t>
    </dgm:pt>
    <dgm:pt modelId="{DBC6CE09-1B6B-4F8A-AE21-FD406DA374BA}" type="sibTrans" cxnId="{47838F0B-E906-4C66-99BC-DCF1FED5FC84}">
      <dgm:prSet/>
      <dgm:spPr/>
      <dgm:t>
        <a:bodyPr/>
        <a:lstStyle/>
        <a:p>
          <a:endParaRPr lang="en-US"/>
        </a:p>
      </dgm:t>
    </dgm:pt>
    <dgm:pt modelId="{ACF8B9C5-331F-40D6-B12A-FE65AC758390}">
      <dgm:prSet/>
      <dgm:spPr/>
      <dgm:t>
        <a:bodyPr/>
        <a:lstStyle/>
        <a:p>
          <a:r>
            <a:rPr lang="en-US" b="1" dirty="0"/>
            <a:t>High-Resolution Processing</a:t>
          </a:r>
          <a:endParaRPr lang="en-US" dirty="0"/>
        </a:p>
      </dgm:t>
    </dgm:pt>
    <dgm:pt modelId="{F9D22ECC-D8CA-45F4-87B4-1FC50955B488}" type="parTrans" cxnId="{78B9F399-4791-4F28-BD5B-5D917CDF66F6}">
      <dgm:prSet/>
      <dgm:spPr/>
      <dgm:t>
        <a:bodyPr/>
        <a:lstStyle/>
        <a:p>
          <a:endParaRPr lang="en-US"/>
        </a:p>
      </dgm:t>
    </dgm:pt>
    <dgm:pt modelId="{543ADB76-F523-4745-BF98-11F3DB550EEB}" type="sibTrans" cxnId="{78B9F399-4791-4F28-BD5B-5D917CDF66F6}">
      <dgm:prSet/>
      <dgm:spPr/>
      <dgm:t>
        <a:bodyPr/>
        <a:lstStyle/>
        <a:p>
          <a:endParaRPr lang="en-US"/>
        </a:p>
      </dgm:t>
    </dgm:pt>
    <dgm:pt modelId="{604B4A3A-463F-AF46-93D5-91E7C7AA67A2}" type="pres">
      <dgm:prSet presAssocID="{372BDB8E-7657-4D13-B2DD-50EA8746845C}" presName="Name0" presStyleCnt="0">
        <dgm:presLayoutVars>
          <dgm:dir/>
          <dgm:animLvl val="lvl"/>
          <dgm:resizeHandles val="exact"/>
        </dgm:presLayoutVars>
      </dgm:prSet>
      <dgm:spPr/>
    </dgm:pt>
    <dgm:pt modelId="{14E87200-0466-354E-A305-FD721D5071A3}" type="pres">
      <dgm:prSet presAssocID="{DC4011D1-742E-4794-A706-EE056A17B9FA}" presName="boxAndChildren" presStyleCnt="0"/>
      <dgm:spPr/>
    </dgm:pt>
    <dgm:pt modelId="{F7F877B7-31A9-A642-BAC0-1C7D3862C7FD}" type="pres">
      <dgm:prSet presAssocID="{DC4011D1-742E-4794-A706-EE056A17B9FA}" presName="parentTextBox" presStyleLbl="node1" presStyleIdx="0" presStyleCnt="3"/>
      <dgm:spPr/>
    </dgm:pt>
    <dgm:pt modelId="{A28FBE27-BC71-7E4E-AFBA-866EAE00781B}" type="pres">
      <dgm:prSet presAssocID="{DC4011D1-742E-4794-A706-EE056A17B9FA}" presName="entireBox" presStyleLbl="node1" presStyleIdx="0" presStyleCnt="3"/>
      <dgm:spPr/>
    </dgm:pt>
    <dgm:pt modelId="{5FD6D8E6-0976-A844-941E-DBC6C12931E8}" type="pres">
      <dgm:prSet presAssocID="{DC4011D1-742E-4794-A706-EE056A17B9FA}" presName="descendantBox" presStyleCnt="0"/>
      <dgm:spPr/>
    </dgm:pt>
    <dgm:pt modelId="{11F91F8D-8B9C-7E46-BCA1-8A6FA3ADC0F1}" type="pres">
      <dgm:prSet presAssocID="{02277F6E-4E98-43EF-B437-69695FAC0157}" presName="childTextBox" presStyleLbl="fgAccFollowNode1" presStyleIdx="0" presStyleCnt="4">
        <dgm:presLayoutVars>
          <dgm:bulletEnabled val="1"/>
        </dgm:presLayoutVars>
      </dgm:prSet>
      <dgm:spPr/>
    </dgm:pt>
    <dgm:pt modelId="{51FF5741-81B3-EE43-AD01-6E1D100F1676}" type="pres">
      <dgm:prSet presAssocID="{2CCDC5C2-F267-401D-8CBD-DEADF934D651}" presName="childTextBox" presStyleLbl="fgAccFollowNode1" presStyleIdx="1" presStyleCnt="4">
        <dgm:presLayoutVars>
          <dgm:bulletEnabled val="1"/>
        </dgm:presLayoutVars>
      </dgm:prSet>
      <dgm:spPr/>
    </dgm:pt>
    <dgm:pt modelId="{041ED0F4-8116-D645-8206-54EC0BD9DC79}" type="pres">
      <dgm:prSet presAssocID="{FD047D6A-1EFD-42FD-BA83-88C3D0C02137}" presName="childTextBox" presStyleLbl="fgAccFollowNode1" presStyleIdx="2" presStyleCnt="4">
        <dgm:presLayoutVars>
          <dgm:bulletEnabled val="1"/>
        </dgm:presLayoutVars>
      </dgm:prSet>
      <dgm:spPr/>
    </dgm:pt>
    <dgm:pt modelId="{15189DE0-EC26-BB4C-A25C-32B61011BBE3}" type="pres">
      <dgm:prSet presAssocID="{ACF8B9C5-331F-40D6-B12A-FE65AC758390}" presName="childTextBox" presStyleLbl="fgAccFollowNode1" presStyleIdx="3" presStyleCnt="4">
        <dgm:presLayoutVars>
          <dgm:bulletEnabled val="1"/>
        </dgm:presLayoutVars>
      </dgm:prSet>
      <dgm:spPr/>
    </dgm:pt>
    <dgm:pt modelId="{8A246B59-1DC8-C640-AE82-F141B7838390}" type="pres">
      <dgm:prSet presAssocID="{2F162597-0D3D-4336-B4D1-8EC277D18667}" presName="sp" presStyleCnt="0"/>
      <dgm:spPr/>
    </dgm:pt>
    <dgm:pt modelId="{91A9096E-7C87-244D-ADA2-A293F3C7E941}" type="pres">
      <dgm:prSet presAssocID="{3FA1953B-9F9D-4B9C-B52D-BAF3008C6789}" presName="arrowAndChildren" presStyleCnt="0"/>
      <dgm:spPr/>
    </dgm:pt>
    <dgm:pt modelId="{A9C7370B-0588-F740-80E7-A34BA406D581}" type="pres">
      <dgm:prSet presAssocID="{3FA1953B-9F9D-4B9C-B52D-BAF3008C6789}" presName="parentTextArrow" presStyleLbl="node1" presStyleIdx="1" presStyleCnt="3"/>
      <dgm:spPr/>
    </dgm:pt>
    <dgm:pt modelId="{D5CD0D4A-1F62-3642-9968-FB038FA053A8}" type="pres">
      <dgm:prSet presAssocID="{79F3B79F-4708-406E-B663-E366BE01F3A4}" presName="sp" presStyleCnt="0"/>
      <dgm:spPr/>
    </dgm:pt>
    <dgm:pt modelId="{F3BEF056-E7CD-A245-82EA-FD8C5E738A9B}" type="pres">
      <dgm:prSet presAssocID="{F5EEF82B-B656-490B-8BFA-CB94D4884EFB}" presName="arrowAndChildren" presStyleCnt="0"/>
      <dgm:spPr/>
    </dgm:pt>
    <dgm:pt modelId="{C9BF5F28-37F0-7743-9C50-D86E60550AD6}" type="pres">
      <dgm:prSet presAssocID="{F5EEF82B-B656-490B-8BFA-CB94D4884EFB}" presName="parentTextArrow" presStyleLbl="node1" presStyleIdx="2" presStyleCnt="3"/>
      <dgm:spPr/>
    </dgm:pt>
  </dgm:ptLst>
  <dgm:cxnLst>
    <dgm:cxn modelId="{47838F0B-E906-4C66-99BC-DCF1FED5FC84}" srcId="{DC4011D1-742E-4794-A706-EE056A17B9FA}" destId="{FD047D6A-1EFD-42FD-BA83-88C3D0C02137}" srcOrd="2" destOrd="0" parTransId="{F619ED51-3603-4A1C-ABCA-A473561B8125}" sibTransId="{DBC6CE09-1B6B-4F8A-AE21-FD406DA374BA}"/>
    <dgm:cxn modelId="{2B000A24-6B5C-BB4D-BD5B-6782885D454D}" type="presOf" srcId="{3FA1953B-9F9D-4B9C-B52D-BAF3008C6789}" destId="{A9C7370B-0588-F740-80E7-A34BA406D581}" srcOrd="0" destOrd="0" presId="urn:microsoft.com/office/officeart/2005/8/layout/process4"/>
    <dgm:cxn modelId="{9866322A-99D0-884C-963A-2343C9B8F3D6}" type="presOf" srcId="{DC4011D1-742E-4794-A706-EE056A17B9FA}" destId="{A28FBE27-BC71-7E4E-AFBA-866EAE00781B}" srcOrd="1" destOrd="0" presId="urn:microsoft.com/office/officeart/2005/8/layout/process4"/>
    <dgm:cxn modelId="{BC31992D-49C1-4E6D-B90C-F705601B68F9}" srcId="{DC4011D1-742E-4794-A706-EE056A17B9FA}" destId="{02277F6E-4E98-43EF-B437-69695FAC0157}" srcOrd="0" destOrd="0" parTransId="{7BF942B9-E46A-492B-BC1E-D2297B34207A}" sibTransId="{6C9D8949-E688-4C41-9CF1-9413688AC651}"/>
    <dgm:cxn modelId="{741FFA36-B4B1-46F1-918F-E72CA20F3478}" srcId="{DC4011D1-742E-4794-A706-EE056A17B9FA}" destId="{2CCDC5C2-F267-401D-8CBD-DEADF934D651}" srcOrd="1" destOrd="0" parTransId="{B3566FF3-6617-4AE1-95B5-271F1ACA27B7}" sibTransId="{3D6B7F5F-426E-4700-BF1B-A2F632209C7D}"/>
    <dgm:cxn modelId="{C2D78161-8093-E842-9F73-36171CC5B418}" type="presOf" srcId="{F5EEF82B-B656-490B-8BFA-CB94D4884EFB}" destId="{C9BF5F28-37F0-7743-9C50-D86E60550AD6}" srcOrd="0" destOrd="0" presId="urn:microsoft.com/office/officeart/2005/8/layout/process4"/>
    <dgm:cxn modelId="{CF5BC764-B00D-8142-B785-D2CDA84753FE}" type="presOf" srcId="{ACF8B9C5-331F-40D6-B12A-FE65AC758390}" destId="{15189DE0-EC26-BB4C-A25C-32B61011BBE3}" srcOrd="0" destOrd="0" presId="urn:microsoft.com/office/officeart/2005/8/layout/process4"/>
    <dgm:cxn modelId="{64FFAD90-BEF6-48E5-B75B-7E35C1D428B8}" srcId="{372BDB8E-7657-4D13-B2DD-50EA8746845C}" destId="{DC4011D1-742E-4794-A706-EE056A17B9FA}" srcOrd="2" destOrd="0" parTransId="{D2C45654-C759-4B80-9F71-DAAB4A92D0DB}" sibTransId="{A64A33B0-D6E8-4841-82D5-F52CA24B27F8}"/>
    <dgm:cxn modelId="{78B9F399-4791-4F28-BD5B-5D917CDF66F6}" srcId="{DC4011D1-742E-4794-A706-EE056A17B9FA}" destId="{ACF8B9C5-331F-40D6-B12A-FE65AC758390}" srcOrd="3" destOrd="0" parTransId="{F9D22ECC-D8CA-45F4-87B4-1FC50955B488}" sibTransId="{543ADB76-F523-4745-BF98-11F3DB550EEB}"/>
    <dgm:cxn modelId="{EE10F3A6-F5BD-DB41-A295-9B76B4221E3F}" type="presOf" srcId="{2CCDC5C2-F267-401D-8CBD-DEADF934D651}" destId="{51FF5741-81B3-EE43-AD01-6E1D100F1676}" srcOrd="0" destOrd="0" presId="urn:microsoft.com/office/officeart/2005/8/layout/process4"/>
    <dgm:cxn modelId="{2E1D32C3-C84D-644B-99E4-43E07BE50284}" type="presOf" srcId="{DC4011D1-742E-4794-A706-EE056A17B9FA}" destId="{F7F877B7-31A9-A642-BAC0-1C7D3862C7FD}" srcOrd="0" destOrd="0" presId="urn:microsoft.com/office/officeart/2005/8/layout/process4"/>
    <dgm:cxn modelId="{F5626AC8-FA61-4B9E-AEB2-7ED0620F8A36}" srcId="{372BDB8E-7657-4D13-B2DD-50EA8746845C}" destId="{F5EEF82B-B656-490B-8BFA-CB94D4884EFB}" srcOrd="0" destOrd="0" parTransId="{0F6C88F6-0DF8-4329-891F-481F4362E59E}" sibTransId="{79F3B79F-4708-406E-B663-E366BE01F3A4}"/>
    <dgm:cxn modelId="{43DFB8D2-0690-432F-AC5D-BE1AD64C2235}" srcId="{372BDB8E-7657-4D13-B2DD-50EA8746845C}" destId="{3FA1953B-9F9D-4B9C-B52D-BAF3008C6789}" srcOrd="1" destOrd="0" parTransId="{739E3A63-887B-4A2A-A2C3-C82F5537A1F5}" sibTransId="{2F162597-0D3D-4336-B4D1-8EC277D18667}"/>
    <dgm:cxn modelId="{873863DE-0CA8-A24D-A485-2683D76C2A46}" type="presOf" srcId="{02277F6E-4E98-43EF-B437-69695FAC0157}" destId="{11F91F8D-8B9C-7E46-BCA1-8A6FA3ADC0F1}" srcOrd="0" destOrd="0" presId="urn:microsoft.com/office/officeart/2005/8/layout/process4"/>
    <dgm:cxn modelId="{60D6D7E5-DB60-3147-A4CD-3D40F405D240}" type="presOf" srcId="{372BDB8E-7657-4D13-B2DD-50EA8746845C}" destId="{604B4A3A-463F-AF46-93D5-91E7C7AA67A2}" srcOrd="0" destOrd="0" presId="urn:microsoft.com/office/officeart/2005/8/layout/process4"/>
    <dgm:cxn modelId="{CA95CBE9-F750-9E4F-8DF2-DC716AD0487C}" type="presOf" srcId="{FD047D6A-1EFD-42FD-BA83-88C3D0C02137}" destId="{041ED0F4-8116-D645-8206-54EC0BD9DC79}" srcOrd="0" destOrd="0" presId="urn:microsoft.com/office/officeart/2005/8/layout/process4"/>
    <dgm:cxn modelId="{BBC0537B-EBFD-4C45-AA0D-343D69FB338F}" type="presParOf" srcId="{604B4A3A-463F-AF46-93D5-91E7C7AA67A2}" destId="{14E87200-0466-354E-A305-FD721D5071A3}" srcOrd="0" destOrd="0" presId="urn:microsoft.com/office/officeart/2005/8/layout/process4"/>
    <dgm:cxn modelId="{E96A2BFD-F2E4-D945-AE28-A7600DDB18B6}" type="presParOf" srcId="{14E87200-0466-354E-A305-FD721D5071A3}" destId="{F7F877B7-31A9-A642-BAC0-1C7D3862C7FD}" srcOrd="0" destOrd="0" presId="urn:microsoft.com/office/officeart/2005/8/layout/process4"/>
    <dgm:cxn modelId="{FD87BA19-5C3A-9149-97DF-A020D8C5F08D}" type="presParOf" srcId="{14E87200-0466-354E-A305-FD721D5071A3}" destId="{A28FBE27-BC71-7E4E-AFBA-866EAE00781B}" srcOrd="1" destOrd="0" presId="urn:microsoft.com/office/officeart/2005/8/layout/process4"/>
    <dgm:cxn modelId="{5C3DF514-1C2F-3946-9E84-BF2E424A5DA0}" type="presParOf" srcId="{14E87200-0466-354E-A305-FD721D5071A3}" destId="{5FD6D8E6-0976-A844-941E-DBC6C12931E8}" srcOrd="2" destOrd="0" presId="urn:microsoft.com/office/officeart/2005/8/layout/process4"/>
    <dgm:cxn modelId="{653D38D0-1BE4-874C-A3D3-A89DEB82FEEA}" type="presParOf" srcId="{5FD6D8E6-0976-A844-941E-DBC6C12931E8}" destId="{11F91F8D-8B9C-7E46-BCA1-8A6FA3ADC0F1}" srcOrd="0" destOrd="0" presId="urn:microsoft.com/office/officeart/2005/8/layout/process4"/>
    <dgm:cxn modelId="{B05B0E06-82B0-BF4F-AF0C-AA40BFC90A8F}" type="presParOf" srcId="{5FD6D8E6-0976-A844-941E-DBC6C12931E8}" destId="{51FF5741-81B3-EE43-AD01-6E1D100F1676}" srcOrd="1" destOrd="0" presId="urn:microsoft.com/office/officeart/2005/8/layout/process4"/>
    <dgm:cxn modelId="{CCE29A3D-D4E8-B747-AF24-A01E75563EC8}" type="presParOf" srcId="{5FD6D8E6-0976-A844-941E-DBC6C12931E8}" destId="{041ED0F4-8116-D645-8206-54EC0BD9DC79}" srcOrd="2" destOrd="0" presId="urn:microsoft.com/office/officeart/2005/8/layout/process4"/>
    <dgm:cxn modelId="{A7E045D1-361D-C446-B0B1-C028B23497C7}" type="presParOf" srcId="{5FD6D8E6-0976-A844-941E-DBC6C12931E8}" destId="{15189DE0-EC26-BB4C-A25C-32B61011BBE3}" srcOrd="3" destOrd="0" presId="urn:microsoft.com/office/officeart/2005/8/layout/process4"/>
    <dgm:cxn modelId="{086A352B-E2C3-7C4D-AED4-2D2AFF99B652}" type="presParOf" srcId="{604B4A3A-463F-AF46-93D5-91E7C7AA67A2}" destId="{8A246B59-1DC8-C640-AE82-F141B7838390}" srcOrd="1" destOrd="0" presId="urn:microsoft.com/office/officeart/2005/8/layout/process4"/>
    <dgm:cxn modelId="{3135420C-2F8C-7A4A-8F9F-DF97C44967C3}" type="presParOf" srcId="{604B4A3A-463F-AF46-93D5-91E7C7AA67A2}" destId="{91A9096E-7C87-244D-ADA2-A293F3C7E941}" srcOrd="2" destOrd="0" presId="urn:microsoft.com/office/officeart/2005/8/layout/process4"/>
    <dgm:cxn modelId="{4C63C021-3BCE-8849-91FC-B077F9A1ADE5}" type="presParOf" srcId="{91A9096E-7C87-244D-ADA2-A293F3C7E941}" destId="{A9C7370B-0588-F740-80E7-A34BA406D581}" srcOrd="0" destOrd="0" presId="urn:microsoft.com/office/officeart/2005/8/layout/process4"/>
    <dgm:cxn modelId="{CA2CC40E-07F3-4A4A-90E1-3D59E9102E98}" type="presParOf" srcId="{604B4A3A-463F-AF46-93D5-91E7C7AA67A2}" destId="{D5CD0D4A-1F62-3642-9968-FB038FA053A8}" srcOrd="3" destOrd="0" presId="urn:microsoft.com/office/officeart/2005/8/layout/process4"/>
    <dgm:cxn modelId="{469C70B6-4B59-2C41-B25B-006350E1CE6D}" type="presParOf" srcId="{604B4A3A-463F-AF46-93D5-91E7C7AA67A2}" destId="{F3BEF056-E7CD-A245-82EA-FD8C5E738A9B}" srcOrd="4" destOrd="0" presId="urn:microsoft.com/office/officeart/2005/8/layout/process4"/>
    <dgm:cxn modelId="{C1C35A9C-3F0A-3141-9665-DA21310293A8}" type="presParOf" srcId="{F3BEF056-E7CD-A245-82EA-FD8C5E738A9B}" destId="{C9BF5F28-37F0-7743-9C50-D86E60550AD6}" srcOrd="0" destOrd="0" presId="urn:microsoft.com/office/officeart/2005/8/layout/process4"/>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6ABA4940-D6BC-4921-9483-F4D1948825D6}" type="doc">
      <dgm:prSet loTypeId="urn:microsoft.com/office/officeart/2005/8/layout/process4" loCatId="process" qsTypeId="urn:microsoft.com/office/officeart/2005/8/quickstyle/simple1" qsCatId="simple" csTypeId="urn:microsoft.com/office/officeart/2005/8/colors/accent1_2" csCatId="accent1" phldr="1"/>
      <dgm:spPr/>
      <dgm:t>
        <a:bodyPr/>
        <a:lstStyle/>
        <a:p>
          <a:endParaRPr lang="en-US"/>
        </a:p>
      </dgm:t>
    </dgm:pt>
    <dgm:pt modelId="{FF9E048D-3DF1-4BD9-80C4-E65CE25D3BE8}">
      <dgm:prSet/>
      <dgm:spPr/>
      <dgm:t>
        <a:bodyPr/>
        <a:lstStyle/>
        <a:p>
          <a:r>
            <a:rPr lang="en-US" dirty="0"/>
            <a:t>The MAN </a:t>
          </a:r>
          <a:r>
            <a:rPr lang="en-US" dirty="0" err="1"/>
            <a:t>TruckScenes</a:t>
          </a:r>
          <a:r>
            <a:rPr lang="en-US" dirty="0"/>
            <a:t> dataset is designed to support autonomous trucking research, providing real-world driving scenes with detailed environmental tagging.</a:t>
          </a:r>
        </a:p>
      </dgm:t>
    </dgm:pt>
    <dgm:pt modelId="{4AC1CB72-900F-4536-90D2-7F1CAC77E478}" type="parTrans" cxnId="{64140114-1C24-4ACE-97AB-381FCE42602D}">
      <dgm:prSet/>
      <dgm:spPr/>
      <dgm:t>
        <a:bodyPr/>
        <a:lstStyle/>
        <a:p>
          <a:endParaRPr lang="en-US"/>
        </a:p>
      </dgm:t>
    </dgm:pt>
    <dgm:pt modelId="{0EC5B797-C8EC-4674-A293-24286049980E}" type="sibTrans" cxnId="{64140114-1C24-4ACE-97AB-381FCE42602D}">
      <dgm:prSet/>
      <dgm:spPr/>
      <dgm:t>
        <a:bodyPr/>
        <a:lstStyle/>
        <a:p>
          <a:endParaRPr lang="en-US"/>
        </a:p>
      </dgm:t>
    </dgm:pt>
    <dgm:pt modelId="{20DC0DC7-1E27-4B58-B4DC-9872F0051E29}">
      <dgm:prSet/>
      <dgm:spPr/>
      <dgm:t>
        <a:bodyPr/>
        <a:lstStyle/>
        <a:p>
          <a:r>
            <a:rPr lang="en-US"/>
            <a:t>Key Features:</a:t>
          </a:r>
        </a:p>
      </dgm:t>
    </dgm:pt>
    <dgm:pt modelId="{5F5D28C7-CE19-4DB2-9188-DB040981ACB4}" type="parTrans" cxnId="{7EB6632F-E833-41C6-B1F1-3867E4AE74FF}">
      <dgm:prSet/>
      <dgm:spPr/>
      <dgm:t>
        <a:bodyPr/>
        <a:lstStyle/>
        <a:p>
          <a:endParaRPr lang="en-US"/>
        </a:p>
      </dgm:t>
    </dgm:pt>
    <dgm:pt modelId="{CBDE95E6-636E-4518-ABA2-8EE106799423}" type="sibTrans" cxnId="{7EB6632F-E833-41C6-B1F1-3867E4AE74FF}">
      <dgm:prSet/>
      <dgm:spPr/>
      <dgm:t>
        <a:bodyPr/>
        <a:lstStyle/>
        <a:p>
          <a:endParaRPr lang="en-US"/>
        </a:p>
      </dgm:t>
    </dgm:pt>
    <dgm:pt modelId="{BF08ED2D-CE0B-4CDE-B222-E61FF7993CF2}">
      <dgm:prSet/>
      <dgm:spPr/>
      <dgm:t>
        <a:bodyPr/>
        <a:lstStyle/>
        <a:p>
          <a:r>
            <a:rPr lang="en-US" b="1" dirty="0"/>
            <a:t>Total Scenes: </a:t>
          </a:r>
        </a:p>
        <a:p>
          <a:r>
            <a:rPr lang="en-US" dirty="0"/>
            <a:t>747</a:t>
          </a:r>
        </a:p>
      </dgm:t>
    </dgm:pt>
    <dgm:pt modelId="{4F8D272D-44F0-4891-9373-84142B2D525A}" type="parTrans" cxnId="{B9B17B06-B043-415F-9BB3-BBD2672E79E1}">
      <dgm:prSet/>
      <dgm:spPr/>
      <dgm:t>
        <a:bodyPr/>
        <a:lstStyle/>
        <a:p>
          <a:endParaRPr lang="en-US"/>
        </a:p>
      </dgm:t>
    </dgm:pt>
    <dgm:pt modelId="{EAD5247D-7531-43F6-8E44-10BF9C702D72}" type="sibTrans" cxnId="{B9B17B06-B043-415F-9BB3-BBD2672E79E1}">
      <dgm:prSet/>
      <dgm:spPr/>
      <dgm:t>
        <a:bodyPr/>
        <a:lstStyle/>
        <a:p>
          <a:endParaRPr lang="en-US"/>
        </a:p>
      </dgm:t>
    </dgm:pt>
    <dgm:pt modelId="{F74DA194-1E39-4C4B-850A-47D3FD70E970}">
      <dgm:prSet/>
      <dgm:spPr/>
      <dgm:t>
        <a:bodyPr/>
        <a:lstStyle/>
        <a:p>
          <a:r>
            <a:rPr lang="en-US" b="1" dirty="0"/>
            <a:t>Scene Duration: </a:t>
          </a:r>
        </a:p>
        <a:p>
          <a:r>
            <a:rPr lang="en-US" dirty="0"/>
            <a:t>Each scene is 20 seconds</a:t>
          </a:r>
        </a:p>
      </dgm:t>
    </dgm:pt>
    <dgm:pt modelId="{DC748B33-F9F7-4BFC-8F53-0E599E2F6D60}" type="parTrans" cxnId="{658D3F67-1AE1-43E5-83A0-DC7BCEE9B5CA}">
      <dgm:prSet/>
      <dgm:spPr/>
      <dgm:t>
        <a:bodyPr/>
        <a:lstStyle/>
        <a:p>
          <a:endParaRPr lang="en-US"/>
        </a:p>
      </dgm:t>
    </dgm:pt>
    <dgm:pt modelId="{ADB6D33F-D6DA-44FE-9022-E6DFAA956E96}" type="sibTrans" cxnId="{658D3F67-1AE1-43E5-83A0-DC7BCEE9B5CA}">
      <dgm:prSet/>
      <dgm:spPr/>
      <dgm:t>
        <a:bodyPr/>
        <a:lstStyle/>
        <a:p>
          <a:endParaRPr lang="en-US"/>
        </a:p>
      </dgm:t>
    </dgm:pt>
    <dgm:pt modelId="{AE02629C-9D32-46D7-81B6-ED14942D2F8B}">
      <dgm:prSet/>
      <dgm:spPr/>
      <dgm:t>
        <a:bodyPr/>
        <a:lstStyle/>
        <a:p>
          <a:r>
            <a:rPr lang="en-US" b="1" dirty="0"/>
            <a:t>Environmental Diversity: </a:t>
          </a:r>
        </a:p>
        <a:p>
          <a:r>
            <a:rPr lang="en-US" dirty="0"/>
            <a:t>Captures varied conditions for Weather, Area, Daytime, Season, Lighting, Structure, and Construction</a:t>
          </a:r>
        </a:p>
      </dgm:t>
    </dgm:pt>
    <dgm:pt modelId="{832FA968-D085-401E-AF48-BB99012B8F61}" type="parTrans" cxnId="{A1139B71-5483-40B5-936B-E779D41AFC6B}">
      <dgm:prSet/>
      <dgm:spPr/>
      <dgm:t>
        <a:bodyPr/>
        <a:lstStyle/>
        <a:p>
          <a:endParaRPr lang="en-US"/>
        </a:p>
      </dgm:t>
    </dgm:pt>
    <dgm:pt modelId="{1AFDA1D6-0C1C-493F-A439-1772957797B5}" type="sibTrans" cxnId="{A1139B71-5483-40B5-936B-E779D41AFC6B}">
      <dgm:prSet/>
      <dgm:spPr/>
      <dgm:t>
        <a:bodyPr/>
        <a:lstStyle/>
        <a:p>
          <a:endParaRPr lang="en-US"/>
        </a:p>
      </dgm:t>
    </dgm:pt>
    <dgm:pt modelId="{6F59E3C1-39B0-4501-902F-69AD357861E9}">
      <dgm:prSet/>
      <dgm:spPr/>
      <dgm:t>
        <a:bodyPr/>
        <a:lstStyle/>
        <a:p>
          <a:r>
            <a:rPr lang="en-US" dirty="0"/>
            <a:t>Example Scene Description:</a:t>
          </a:r>
        </a:p>
      </dgm:t>
    </dgm:pt>
    <dgm:pt modelId="{F0F72AF9-072B-426A-A718-ECD928DD35CC}" type="parTrans" cxnId="{9291346D-F304-48B2-BBB3-9D19B9C71A1F}">
      <dgm:prSet/>
      <dgm:spPr/>
      <dgm:t>
        <a:bodyPr/>
        <a:lstStyle/>
        <a:p>
          <a:endParaRPr lang="en-US"/>
        </a:p>
      </dgm:t>
    </dgm:pt>
    <dgm:pt modelId="{46D5B8F3-59E5-461B-9F01-9B157DEFBB28}" type="sibTrans" cxnId="{9291346D-F304-48B2-BBB3-9D19B9C71A1F}">
      <dgm:prSet/>
      <dgm:spPr/>
      <dgm:t>
        <a:bodyPr/>
        <a:lstStyle/>
        <a:p>
          <a:endParaRPr lang="en-US"/>
        </a:p>
      </dgm:t>
    </dgm:pt>
    <dgm:pt modelId="{A567CD24-1947-48B8-AC6A-EAD0DE3F4805}">
      <dgm:prSet custT="1"/>
      <dgm:spPr/>
      <dgm:t>
        <a:bodyPr/>
        <a:lstStyle/>
        <a:p>
          <a:r>
            <a:rPr lang="en-US" sz="1000" b="1" dirty="0"/>
            <a:t>'weather.clear;area.city;daytime.noon;season.winter;lighting.other_lighting;structure.regular;construction.unchanged'</a:t>
          </a:r>
        </a:p>
      </dgm:t>
    </dgm:pt>
    <dgm:pt modelId="{C686339B-04E2-47D0-87F8-2CFA3ED98A60}" type="parTrans" cxnId="{E2416D91-47CE-4C08-A6D5-BA041FAFE2DE}">
      <dgm:prSet/>
      <dgm:spPr/>
      <dgm:t>
        <a:bodyPr/>
        <a:lstStyle/>
        <a:p>
          <a:endParaRPr lang="en-US"/>
        </a:p>
      </dgm:t>
    </dgm:pt>
    <dgm:pt modelId="{F300D343-A8C1-45C7-A641-CD0C40146690}" type="sibTrans" cxnId="{E2416D91-47CE-4C08-A6D5-BA041FAFE2DE}">
      <dgm:prSet/>
      <dgm:spPr/>
      <dgm:t>
        <a:bodyPr/>
        <a:lstStyle/>
        <a:p>
          <a:endParaRPr lang="en-US"/>
        </a:p>
      </dgm:t>
    </dgm:pt>
    <dgm:pt modelId="{F501DBC0-E003-B14C-8404-3091C9920D9C}" type="pres">
      <dgm:prSet presAssocID="{6ABA4940-D6BC-4921-9483-F4D1948825D6}" presName="Name0" presStyleCnt="0">
        <dgm:presLayoutVars>
          <dgm:dir/>
          <dgm:animLvl val="lvl"/>
          <dgm:resizeHandles val="exact"/>
        </dgm:presLayoutVars>
      </dgm:prSet>
      <dgm:spPr/>
    </dgm:pt>
    <dgm:pt modelId="{816ECB90-66CC-424C-A026-08D098C0A56B}" type="pres">
      <dgm:prSet presAssocID="{6F59E3C1-39B0-4501-902F-69AD357861E9}" presName="boxAndChildren" presStyleCnt="0"/>
      <dgm:spPr/>
    </dgm:pt>
    <dgm:pt modelId="{77013889-24C7-4D4B-9711-570F8F860C9F}" type="pres">
      <dgm:prSet presAssocID="{6F59E3C1-39B0-4501-902F-69AD357861E9}" presName="parentTextBox" presStyleLbl="node1" presStyleIdx="0" presStyleCnt="3"/>
      <dgm:spPr/>
    </dgm:pt>
    <dgm:pt modelId="{870F5593-96D4-5849-8BC2-7C412AB207B8}" type="pres">
      <dgm:prSet presAssocID="{6F59E3C1-39B0-4501-902F-69AD357861E9}" presName="entireBox" presStyleLbl="node1" presStyleIdx="0" presStyleCnt="3" custLinFactNeighborX="11814" custLinFactNeighborY="-4140"/>
      <dgm:spPr/>
    </dgm:pt>
    <dgm:pt modelId="{BA959DE1-67BD-C24C-8F78-2E927D13915F}" type="pres">
      <dgm:prSet presAssocID="{6F59E3C1-39B0-4501-902F-69AD357861E9}" presName="descendantBox" presStyleCnt="0"/>
      <dgm:spPr/>
    </dgm:pt>
    <dgm:pt modelId="{0C9385FD-97D8-1447-88B2-104E0C94E3D7}" type="pres">
      <dgm:prSet presAssocID="{A567CD24-1947-48B8-AC6A-EAD0DE3F4805}" presName="childTextBox" presStyleLbl="fgAccFollowNode1" presStyleIdx="0" presStyleCnt="4">
        <dgm:presLayoutVars>
          <dgm:bulletEnabled val="1"/>
        </dgm:presLayoutVars>
      </dgm:prSet>
      <dgm:spPr/>
    </dgm:pt>
    <dgm:pt modelId="{012F65F7-4D90-204E-BC80-B348F10E67E5}" type="pres">
      <dgm:prSet presAssocID="{CBDE95E6-636E-4518-ABA2-8EE106799423}" presName="sp" presStyleCnt="0"/>
      <dgm:spPr/>
    </dgm:pt>
    <dgm:pt modelId="{85B267A1-B895-5E42-B1E5-75FE709AEF41}" type="pres">
      <dgm:prSet presAssocID="{20DC0DC7-1E27-4B58-B4DC-9872F0051E29}" presName="arrowAndChildren" presStyleCnt="0"/>
      <dgm:spPr/>
    </dgm:pt>
    <dgm:pt modelId="{D5C615E7-7751-834B-B731-D6242129CF29}" type="pres">
      <dgm:prSet presAssocID="{20DC0DC7-1E27-4B58-B4DC-9872F0051E29}" presName="parentTextArrow" presStyleLbl="node1" presStyleIdx="0" presStyleCnt="3"/>
      <dgm:spPr/>
    </dgm:pt>
    <dgm:pt modelId="{3B8D2167-E79E-C044-9C1B-D1B4631FF9EB}" type="pres">
      <dgm:prSet presAssocID="{20DC0DC7-1E27-4B58-B4DC-9872F0051E29}" presName="arrow" presStyleLbl="node1" presStyleIdx="1" presStyleCnt="3"/>
      <dgm:spPr/>
    </dgm:pt>
    <dgm:pt modelId="{8FA855AE-877B-334E-87F0-C5C3F5C57E54}" type="pres">
      <dgm:prSet presAssocID="{20DC0DC7-1E27-4B58-B4DC-9872F0051E29}" presName="descendantArrow" presStyleCnt="0"/>
      <dgm:spPr/>
    </dgm:pt>
    <dgm:pt modelId="{B1B16C86-0E0A-F748-868C-D87D64E87255}" type="pres">
      <dgm:prSet presAssocID="{BF08ED2D-CE0B-4CDE-B222-E61FF7993CF2}" presName="childTextArrow" presStyleLbl="fgAccFollowNode1" presStyleIdx="1" presStyleCnt="4">
        <dgm:presLayoutVars>
          <dgm:bulletEnabled val="1"/>
        </dgm:presLayoutVars>
      </dgm:prSet>
      <dgm:spPr/>
    </dgm:pt>
    <dgm:pt modelId="{CCDDA603-9373-6643-8BBB-0282B8B6E3E5}" type="pres">
      <dgm:prSet presAssocID="{F74DA194-1E39-4C4B-850A-47D3FD70E970}" presName="childTextArrow" presStyleLbl="fgAccFollowNode1" presStyleIdx="2" presStyleCnt="4">
        <dgm:presLayoutVars>
          <dgm:bulletEnabled val="1"/>
        </dgm:presLayoutVars>
      </dgm:prSet>
      <dgm:spPr/>
    </dgm:pt>
    <dgm:pt modelId="{17BFABA9-65C0-6045-8237-86831EA1A2B4}" type="pres">
      <dgm:prSet presAssocID="{AE02629C-9D32-46D7-81B6-ED14942D2F8B}" presName="childTextArrow" presStyleLbl="fgAccFollowNode1" presStyleIdx="3" presStyleCnt="4">
        <dgm:presLayoutVars>
          <dgm:bulletEnabled val="1"/>
        </dgm:presLayoutVars>
      </dgm:prSet>
      <dgm:spPr/>
    </dgm:pt>
    <dgm:pt modelId="{C9237F04-F734-A642-9B34-FE1E8C85B053}" type="pres">
      <dgm:prSet presAssocID="{0EC5B797-C8EC-4674-A293-24286049980E}" presName="sp" presStyleCnt="0"/>
      <dgm:spPr/>
    </dgm:pt>
    <dgm:pt modelId="{C69DA7F0-1520-BB41-83E0-0DF1003D32F7}" type="pres">
      <dgm:prSet presAssocID="{FF9E048D-3DF1-4BD9-80C4-E65CE25D3BE8}" presName="arrowAndChildren" presStyleCnt="0"/>
      <dgm:spPr/>
    </dgm:pt>
    <dgm:pt modelId="{2EB63EFD-F625-154B-897A-67BB2150DA4F}" type="pres">
      <dgm:prSet presAssocID="{FF9E048D-3DF1-4BD9-80C4-E65CE25D3BE8}" presName="parentTextArrow" presStyleLbl="node1" presStyleIdx="2" presStyleCnt="3"/>
      <dgm:spPr/>
    </dgm:pt>
  </dgm:ptLst>
  <dgm:cxnLst>
    <dgm:cxn modelId="{B9B17B06-B043-415F-9BB3-BBD2672E79E1}" srcId="{20DC0DC7-1E27-4B58-B4DC-9872F0051E29}" destId="{BF08ED2D-CE0B-4CDE-B222-E61FF7993CF2}" srcOrd="0" destOrd="0" parTransId="{4F8D272D-44F0-4891-9373-84142B2D525A}" sibTransId="{EAD5247D-7531-43F6-8E44-10BF9C702D72}"/>
    <dgm:cxn modelId="{64140114-1C24-4ACE-97AB-381FCE42602D}" srcId="{6ABA4940-D6BC-4921-9483-F4D1948825D6}" destId="{FF9E048D-3DF1-4BD9-80C4-E65CE25D3BE8}" srcOrd="0" destOrd="0" parTransId="{4AC1CB72-900F-4536-90D2-7F1CAC77E478}" sibTransId="{0EC5B797-C8EC-4674-A293-24286049980E}"/>
    <dgm:cxn modelId="{BF0D0726-180B-664A-8332-17F09F951C7C}" type="presOf" srcId="{AE02629C-9D32-46D7-81B6-ED14942D2F8B}" destId="{17BFABA9-65C0-6045-8237-86831EA1A2B4}" srcOrd="0" destOrd="0" presId="urn:microsoft.com/office/officeart/2005/8/layout/process4"/>
    <dgm:cxn modelId="{7EB6632F-E833-41C6-B1F1-3867E4AE74FF}" srcId="{6ABA4940-D6BC-4921-9483-F4D1948825D6}" destId="{20DC0DC7-1E27-4B58-B4DC-9872F0051E29}" srcOrd="1" destOrd="0" parTransId="{5F5D28C7-CE19-4DB2-9188-DB040981ACB4}" sibTransId="{CBDE95E6-636E-4518-ABA2-8EE106799423}"/>
    <dgm:cxn modelId="{EBDC6342-95E4-5C42-ACE5-95A1DE6AE260}" type="presOf" srcId="{A567CD24-1947-48B8-AC6A-EAD0DE3F4805}" destId="{0C9385FD-97D8-1447-88B2-104E0C94E3D7}" srcOrd="0" destOrd="0" presId="urn:microsoft.com/office/officeart/2005/8/layout/process4"/>
    <dgm:cxn modelId="{DABEA44A-B943-B146-94B3-B3A55153C6E4}" type="presOf" srcId="{F74DA194-1E39-4C4B-850A-47D3FD70E970}" destId="{CCDDA603-9373-6643-8BBB-0282B8B6E3E5}" srcOrd="0" destOrd="0" presId="urn:microsoft.com/office/officeart/2005/8/layout/process4"/>
    <dgm:cxn modelId="{658D3F67-1AE1-43E5-83A0-DC7BCEE9B5CA}" srcId="{20DC0DC7-1E27-4B58-B4DC-9872F0051E29}" destId="{F74DA194-1E39-4C4B-850A-47D3FD70E970}" srcOrd="1" destOrd="0" parTransId="{DC748B33-F9F7-4BFC-8F53-0E599E2F6D60}" sibTransId="{ADB6D33F-D6DA-44FE-9022-E6DFAA956E96}"/>
    <dgm:cxn modelId="{9291346D-F304-48B2-BBB3-9D19B9C71A1F}" srcId="{6ABA4940-D6BC-4921-9483-F4D1948825D6}" destId="{6F59E3C1-39B0-4501-902F-69AD357861E9}" srcOrd="2" destOrd="0" parTransId="{F0F72AF9-072B-426A-A718-ECD928DD35CC}" sibTransId="{46D5B8F3-59E5-461B-9F01-9B157DEFBB28}"/>
    <dgm:cxn modelId="{A1139B71-5483-40B5-936B-E779D41AFC6B}" srcId="{20DC0DC7-1E27-4B58-B4DC-9872F0051E29}" destId="{AE02629C-9D32-46D7-81B6-ED14942D2F8B}" srcOrd="2" destOrd="0" parTransId="{832FA968-D085-401E-AF48-BB99012B8F61}" sibTransId="{1AFDA1D6-0C1C-493F-A439-1772957797B5}"/>
    <dgm:cxn modelId="{496D7C73-95B6-7442-A810-184F37B59B77}" type="presOf" srcId="{6ABA4940-D6BC-4921-9483-F4D1948825D6}" destId="{F501DBC0-E003-B14C-8404-3091C9920D9C}" srcOrd="0" destOrd="0" presId="urn:microsoft.com/office/officeart/2005/8/layout/process4"/>
    <dgm:cxn modelId="{A73FE77A-8DC4-F441-AD17-9B9937303F45}" type="presOf" srcId="{6F59E3C1-39B0-4501-902F-69AD357861E9}" destId="{870F5593-96D4-5849-8BC2-7C412AB207B8}" srcOrd="1" destOrd="0" presId="urn:microsoft.com/office/officeart/2005/8/layout/process4"/>
    <dgm:cxn modelId="{AAD37786-FD62-CD41-9500-33A63B52343A}" type="presOf" srcId="{BF08ED2D-CE0B-4CDE-B222-E61FF7993CF2}" destId="{B1B16C86-0E0A-F748-868C-D87D64E87255}" srcOrd="0" destOrd="0" presId="urn:microsoft.com/office/officeart/2005/8/layout/process4"/>
    <dgm:cxn modelId="{E90FAB87-FD6E-B542-A817-B8B927F0F0E3}" type="presOf" srcId="{20DC0DC7-1E27-4B58-B4DC-9872F0051E29}" destId="{D5C615E7-7751-834B-B731-D6242129CF29}" srcOrd="0" destOrd="0" presId="urn:microsoft.com/office/officeart/2005/8/layout/process4"/>
    <dgm:cxn modelId="{E2416D91-47CE-4C08-A6D5-BA041FAFE2DE}" srcId="{6F59E3C1-39B0-4501-902F-69AD357861E9}" destId="{A567CD24-1947-48B8-AC6A-EAD0DE3F4805}" srcOrd="0" destOrd="0" parTransId="{C686339B-04E2-47D0-87F8-2CFA3ED98A60}" sibTransId="{F300D343-A8C1-45C7-A641-CD0C40146690}"/>
    <dgm:cxn modelId="{7B1EC5CE-C231-764F-A61C-7DC48A908D9E}" type="presOf" srcId="{FF9E048D-3DF1-4BD9-80C4-E65CE25D3BE8}" destId="{2EB63EFD-F625-154B-897A-67BB2150DA4F}" srcOrd="0" destOrd="0" presId="urn:microsoft.com/office/officeart/2005/8/layout/process4"/>
    <dgm:cxn modelId="{40E598EE-03C1-3D4A-BE41-560806BFCEAB}" type="presOf" srcId="{20DC0DC7-1E27-4B58-B4DC-9872F0051E29}" destId="{3B8D2167-E79E-C044-9C1B-D1B4631FF9EB}" srcOrd="1" destOrd="0" presId="urn:microsoft.com/office/officeart/2005/8/layout/process4"/>
    <dgm:cxn modelId="{49F754EF-386C-124B-9389-1328796DFC2C}" type="presOf" srcId="{6F59E3C1-39B0-4501-902F-69AD357861E9}" destId="{77013889-24C7-4D4B-9711-570F8F860C9F}" srcOrd="0" destOrd="0" presId="urn:microsoft.com/office/officeart/2005/8/layout/process4"/>
    <dgm:cxn modelId="{E350C1AB-A698-BF4A-A2D1-200CAEB611C7}" type="presParOf" srcId="{F501DBC0-E003-B14C-8404-3091C9920D9C}" destId="{816ECB90-66CC-424C-A026-08D098C0A56B}" srcOrd="0" destOrd="0" presId="urn:microsoft.com/office/officeart/2005/8/layout/process4"/>
    <dgm:cxn modelId="{BCEB110A-86F0-7949-8590-1D86EC958998}" type="presParOf" srcId="{816ECB90-66CC-424C-A026-08D098C0A56B}" destId="{77013889-24C7-4D4B-9711-570F8F860C9F}" srcOrd="0" destOrd="0" presId="urn:microsoft.com/office/officeart/2005/8/layout/process4"/>
    <dgm:cxn modelId="{A7E656E1-9EC4-8345-90F8-81D492241005}" type="presParOf" srcId="{816ECB90-66CC-424C-A026-08D098C0A56B}" destId="{870F5593-96D4-5849-8BC2-7C412AB207B8}" srcOrd="1" destOrd="0" presId="urn:microsoft.com/office/officeart/2005/8/layout/process4"/>
    <dgm:cxn modelId="{BC6F4908-5B2C-6A49-B618-A9CF33B71BEE}" type="presParOf" srcId="{816ECB90-66CC-424C-A026-08D098C0A56B}" destId="{BA959DE1-67BD-C24C-8F78-2E927D13915F}" srcOrd="2" destOrd="0" presId="urn:microsoft.com/office/officeart/2005/8/layout/process4"/>
    <dgm:cxn modelId="{CD6484B0-5E53-FB4D-9343-369DC8E2C7FC}" type="presParOf" srcId="{BA959DE1-67BD-C24C-8F78-2E927D13915F}" destId="{0C9385FD-97D8-1447-88B2-104E0C94E3D7}" srcOrd="0" destOrd="0" presId="urn:microsoft.com/office/officeart/2005/8/layout/process4"/>
    <dgm:cxn modelId="{E63F311E-6FB3-C248-8FE2-B603938D79F6}" type="presParOf" srcId="{F501DBC0-E003-B14C-8404-3091C9920D9C}" destId="{012F65F7-4D90-204E-BC80-B348F10E67E5}" srcOrd="1" destOrd="0" presId="urn:microsoft.com/office/officeart/2005/8/layout/process4"/>
    <dgm:cxn modelId="{A5806F5D-05D6-1047-B7A6-DF847C287157}" type="presParOf" srcId="{F501DBC0-E003-B14C-8404-3091C9920D9C}" destId="{85B267A1-B895-5E42-B1E5-75FE709AEF41}" srcOrd="2" destOrd="0" presId="urn:microsoft.com/office/officeart/2005/8/layout/process4"/>
    <dgm:cxn modelId="{4D862FA8-640E-7E4A-923A-32876F31A0B8}" type="presParOf" srcId="{85B267A1-B895-5E42-B1E5-75FE709AEF41}" destId="{D5C615E7-7751-834B-B731-D6242129CF29}" srcOrd="0" destOrd="0" presId="urn:microsoft.com/office/officeart/2005/8/layout/process4"/>
    <dgm:cxn modelId="{EC417AC3-A804-9A4A-BD7A-F1254F226D78}" type="presParOf" srcId="{85B267A1-B895-5E42-B1E5-75FE709AEF41}" destId="{3B8D2167-E79E-C044-9C1B-D1B4631FF9EB}" srcOrd="1" destOrd="0" presId="urn:microsoft.com/office/officeart/2005/8/layout/process4"/>
    <dgm:cxn modelId="{6014BB7D-D846-6947-A465-BEB496C2D909}" type="presParOf" srcId="{85B267A1-B895-5E42-B1E5-75FE709AEF41}" destId="{8FA855AE-877B-334E-87F0-C5C3F5C57E54}" srcOrd="2" destOrd="0" presId="urn:microsoft.com/office/officeart/2005/8/layout/process4"/>
    <dgm:cxn modelId="{1963CFBE-0640-8741-975B-9F362B254FB4}" type="presParOf" srcId="{8FA855AE-877B-334E-87F0-C5C3F5C57E54}" destId="{B1B16C86-0E0A-F748-868C-D87D64E87255}" srcOrd="0" destOrd="0" presId="urn:microsoft.com/office/officeart/2005/8/layout/process4"/>
    <dgm:cxn modelId="{F071BC24-02CD-234E-9324-578A061E222C}" type="presParOf" srcId="{8FA855AE-877B-334E-87F0-C5C3F5C57E54}" destId="{CCDDA603-9373-6643-8BBB-0282B8B6E3E5}" srcOrd="1" destOrd="0" presId="urn:microsoft.com/office/officeart/2005/8/layout/process4"/>
    <dgm:cxn modelId="{0545AEC5-CC36-C242-8F79-1EE067C5D983}" type="presParOf" srcId="{8FA855AE-877B-334E-87F0-C5C3F5C57E54}" destId="{17BFABA9-65C0-6045-8237-86831EA1A2B4}" srcOrd="2" destOrd="0" presId="urn:microsoft.com/office/officeart/2005/8/layout/process4"/>
    <dgm:cxn modelId="{D891187D-E47B-1946-B9D0-3995E6B9071C}" type="presParOf" srcId="{F501DBC0-E003-B14C-8404-3091C9920D9C}" destId="{C9237F04-F734-A642-9B34-FE1E8C85B053}" srcOrd="3" destOrd="0" presId="urn:microsoft.com/office/officeart/2005/8/layout/process4"/>
    <dgm:cxn modelId="{31E67851-E29B-094A-BDED-4460133A64ED}" type="presParOf" srcId="{F501DBC0-E003-B14C-8404-3091C9920D9C}" destId="{C69DA7F0-1520-BB41-83E0-0DF1003D32F7}" srcOrd="4" destOrd="0" presId="urn:microsoft.com/office/officeart/2005/8/layout/process4"/>
    <dgm:cxn modelId="{97A0E37A-7131-BB42-A3D7-5F6CE33CA3B9}" type="presParOf" srcId="{C69DA7F0-1520-BB41-83E0-0DF1003D32F7}" destId="{2EB63EFD-F625-154B-897A-67BB2150DA4F}" srcOrd="0" destOrd="0" presId="urn:microsoft.com/office/officeart/2005/8/layout/process4"/>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7E0F3675-3E64-429D-923C-CACE0D7F440E}" type="doc">
      <dgm:prSet loTypeId="urn:microsoft.com/office/officeart/2005/8/layout/list1" loCatId="list" qsTypeId="urn:microsoft.com/office/officeart/2005/8/quickstyle/simple2" qsCatId="simple" csTypeId="urn:microsoft.com/office/officeart/2005/8/colors/accent1_2" csCatId="accent1" phldr="1"/>
      <dgm:spPr/>
      <dgm:t>
        <a:bodyPr/>
        <a:lstStyle/>
        <a:p>
          <a:endParaRPr lang="en-US"/>
        </a:p>
      </dgm:t>
    </dgm:pt>
    <dgm:pt modelId="{7DB37EE9-779C-D24D-9506-99BA456CE2CD}">
      <dgm:prSet/>
      <dgm:spPr/>
      <dgm:t>
        <a:bodyPr/>
        <a:lstStyle/>
        <a:p>
          <a:r>
            <a:rPr lang="en-US" b="1" dirty="0"/>
            <a:t>Platform</a:t>
          </a:r>
          <a:r>
            <a:rPr lang="en-US" dirty="0"/>
            <a:t>:</a:t>
          </a:r>
        </a:p>
      </dgm:t>
    </dgm:pt>
    <dgm:pt modelId="{D2BA3438-D7AF-F146-9615-12D0DF7EC5AB}" type="parTrans" cxnId="{C7760E96-AD29-444F-84F0-92F65553FF53}">
      <dgm:prSet/>
      <dgm:spPr/>
      <dgm:t>
        <a:bodyPr/>
        <a:lstStyle/>
        <a:p>
          <a:endParaRPr lang="en-US"/>
        </a:p>
      </dgm:t>
    </dgm:pt>
    <dgm:pt modelId="{145C7DBD-7B6C-284F-B160-2D3AC3050440}" type="sibTrans" cxnId="{C7760E96-AD29-444F-84F0-92F65553FF53}">
      <dgm:prSet/>
      <dgm:spPr/>
      <dgm:t>
        <a:bodyPr/>
        <a:lstStyle/>
        <a:p>
          <a:endParaRPr lang="en-US"/>
        </a:p>
      </dgm:t>
    </dgm:pt>
    <dgm:pt modelId="{27D3C5BB-C086-A84C-9CAD-CF758F6F3EBF}">
      <dgm:prSet/>
      <dgm:spPr/>
      <dgm:t>
        <a:bodyPr/>
        <a:lstStyle/>
        <a:p>
          <a:r>
            <a:rPr lang="en-US" b="1" dirty="0"/>
            <a:t>Model</a:t>
          </a:r>
          <a:r>
            <a:rPr lang="en-US" dirty="0"/>
            <a:t>:</a:t>
          </a:r>
        </a:p>
      </dgm:t>
    </dgm:pt>
    <dgm:pt modelId="{C0D47511-5230-5E4D-9A38-0B620B073578}" type="parTrans" cxnId="{33EEE13F-2FFA-474E-B949-45298DDE7C7F}">
      <dgm:prSet/>
      <dgm:spPr/>
      <dgm:t>
        <a:bodyPr/>
        <a:lstStyle/>
        <a:p>
          <a:endParaRPr lang="en-US"/>
        </a:p>
      </dgm:t>
    </dgm:pt>
    <dgm:pt modelId="{6ACCD4F7-CDF0-554C-9879-F178E8D89AF0}" type="sibTrans" cxnId="{33EEE13F-2FFA-474E-B949-45298DDE7C7F}">
      <dgm:prSet/>
      <dgm:spPr/>
      <dgm:t>
        <a:bodyPr/>
        <a:lstStyle/>
        <a:p>
          <a:endParaRPr lang="en-US"/>
        </a:p>
      </dgm:t>
    </dgm:pt>
    <dgm:pt modelId="{8B16DC5E-F618-B242-B340-155DB928FBF5}">
      <dgm:prSet/>
      <dgm:spPr/>
      <dgm:t>
        <a:bodyPr/>
        <a:lstStyle/>
        <a:p>
          <a:r>
            <a:rPr lang="en-US" b="1" dirty="0"/>
            <a:t>Data</a:t>
          </a:r>
          <a:r>
            <a:rPr lang="en-US" dirty="0"/>
            <a:t>:</a:t>
          </a:r>
        </a:p>
      </dgm:t>
    </dgm:pt>
    <dgm:pt modelId="{DBDC0764-3301-0048-95E7-98596241CB7C}" type="parTrans" cxnId="{4A539516-D27A-4A4E-AC47-12F37A8153BA}">
      <dgm:prSet/>
      <dgm:spPr/>
      <dgm:t>
        <a:bodyPr/>
        <a:lstStyle/>
        <a:p>
          <a:endParaRPr lang="en-US"/>
        </a:p>
      </dgm:t>
    </dgm:pt>
    <dgm:pt modelId="{9BD1585F-B6F2-4F43-9E14-00C050FC0418}" type="sibTrans" cxnId="{4A539516-D27A-4A4E-AC47-12F37A8153BA}">
      <dgm:prSet/>
      <dgm:spPr/>
      <dgm:t>
        <a:bodyPr/>
        <a:lstStyle/>
        <a:p>
          <a:endParaRPr lang="en-US"/>
        </a:p>
      </dgm:t>
    </dgm:pt>
    <dgm:pt modelId="{B24294F1-0CE2-2846-9E89-5CF5B10D8FCE}">
      <dgm:prSet/>
      <dgm:spPr/>
      <dgm:t>
        <a:bodyPr/>
        <a:lstStyle/>
        <a:p>
          <a:r>
            <a:rPr lang="en-US" b="1" dirty="0"/>
            <a:t>Prompting</a:t>
          </a:r>
          <a:r>
            <a:rPr lang="en-US" dirty="0"/>
            <a:t>:</a:t>
          </a:r>
        </a:p>
      </dgm:t>
    </dgm:pt>
    <dgm:pt modelId="{64143A4D-5997-9A4D-A184-27D3BB0F3E54}" type="parTrans" cxnId="{F7B81FF9-45EA-8143-A2E5-CCF5D0584E38}">
      <dgm:prSet/>
      <dgm:spPr/>
      <dgm:t>
        <a:bodyPr/>
        <a:lstStyle/>
        <a:p>
          <a:endParaRPr lang="en-US"/>
        </a:p>
      </dgm:t>
    </dgm:pt>
    <dgm:pt modelId="{4E1EDA3E-67BC-7040-8B96-25062D2EE663}" type="sibTrans" cxnId="{F7B81FF9-45EA-8143-A2E5-CCF5D0584E38}">
      <dgm:prSet/>
      <dgm:spPr/>
      <dgm:t>
        <a:bodyPr/>
        <a:lstStyle/>
        <a:p>
          <a:endParaRPr lang="en-US"/>
        </a:p>
      </dgm:t>
    </dgm:pt>
    <dgm:pt modelId="{7756DFF5-C16A-FD47-8AFC-D7524C21D772}">
      <dgm:prSet/>
      <dgm:spPr/>
      <dgm:t>
        <a:bodyPr/>
        <a:lstStyle/>
        <a:p>
          <a:r>
            <a:rPr lang="en-US" b="1"/>
            <a:t>Limitations</a:t>
          </a:r>
          <a:r>
            <a:rPr lang="en-US"/>
            <a:t>: </a:t>
          </a:r>
          <a:endParaRPr lang="en-US" dirty="0"/>
        </a:p>
      </dgm:t>
    </dgm:pt>
    <dgm:pt modelId="{9EE62D6F-7C75-A345-8E1E-96BFB36FFC2B}" type="parTrans" cxnId="{1DD2FC7C-7F45-AF44-9D7D-8F6A50C6D39C}">
      <dgm:prSet/>
      <dgm:spPr/>
      <dgm:t>
        <a:bodyPr/>
        <a:lstStyle/>
        <a:p>
          <a:endParaRPr lang="en-US"/>
        </a:p>
      </dgm:t>
    </dgm:pt>
    <dgm:pt modelId="{9B59B763-4E76-6442-A7BE-21CDC2168C77}" type="sibTrans" cxnId="{1DD2FC7C-7F45-AF44-9D7D-8F6A50C6D39C}">
      <dgm:prSet/>
      <dgm:spPr/>
      <dgm:t>
        <a:bodyPr/>
        <a:lstStyle/>
        <a:p>
          <a:endParaRPr lang="en-US"/>
        </a:p>
      </dgm:t>
    </dgm:pt>
    <dgm:pt modelId="{67C692E0-D699-4C4D-AEF8-94CF1ACE2579}">
      <dgm:prSet/>
      <dgm:spPr/>
      <dgm:t>
        <a:bodyPr/>
        <a:lstStyle/>
        <a:p>
          <a:r>
            <a:rPr lang="en-US"/>
            <a:t>Only the first sample of a scene was used.</a:t>
          </a:r>
          <a:endParaRPr lang="en-US" dirty="0"/>
        </a:p>
      </dgm:t>
    </dgm:pt>
    <dgm:pt modelId="{72020639-4428-E644-BFD8-7349D175382F}" type="parTrans" cxnId="{F349E9ED-C0BB-C046-9224-9151BE872BE4}">
      <dgm:prSet/>
      <dgm:spPr/>
      <dgm:t>
        <a:bodyPr/>
        <a:lstStyle/>
        <a:p>
          <a:endParaRPr lang="en-US"/>
        </a:p>
      </dgm:t>
    </dgm:pt>
    <dgm:pt modelId="{0AD2EC3F-86AE-9F45-B046-9A04E12F9D43}" type="sibTrans" cxnId="{F349E9ED-C0BB-C046-9224-9151BE872BE4}">
      <dgm:prSet/>
      <dgm:spPr/>
      <dgm:t>
        <a:bodyPr/>
        <a:lstStyle/>
        <a:p>
          <a:endParaRPr lang="en-US"/>
        </a:p>
      </dgm:t>
    </dgm:pt>
    <dgm:pt modelId="{2A35E7D1-0822-C241-B94E-C009DE7D6663}">
      <dgm:prSet/>
      <dgm:spPr/>
      <dgm:t>
        <a:bodyPr/>
        <a:lstStyle/>
        <a:p>
          <a:r>
            <a:rPr lang="en-US" b="1"/>
            <a:t>Results</a:t>
          </a:r>
          <a:r>
            <a:rPr lang="en-US"/>
            <a:t>: </a:t>
          </a:r>
          <a:endParaRPr lang="en-US" dirty="0"/>
        </a:p>
      </dgm:t>
    </dgm:pt>
    <dgm:pt modelId="{647B3D88-6DEE-864C-8465-E1C9CF2667DA}" type="parTrans" cxnId="{EBF9D5A8-135B-2B41-8D44-1F5680B071F0}">
      <dgm:prSet/>
      <dgm:spPr/>
      <dgm:t>
        <a:bodyPr/>
        <a:lstStyle/>
        <a:p>
          <a:endParaRPr lang="en-US"/>
        </a:p>
      </dgm:t>
    </dgm:pt>
    <dgm:pt modelId="{51DF1D68-3EC9-8C44-B783-C4674B5FF05E}" type="sibTrans" cxnId="{EBF9D5A8-135B-2B41-8D44-1F5680B071F0}">
      <dgm:prSet/>
      <dgm:spPr/>
      <dgm:t>
        <a:bodyPr/>
        <a:lstStyle/>
        <a:p>
          <a:endParaRPr lang="en-US"/>
        </a:p>
      </dgm:t>
    </dgm:pt>
    <dgm:pt modelId="{9C44F316-3A4B-5343-AD44-3A170AF1EECB}">
      <dgm:prSet/>
      <dgm:spPr/>
      <dgm:t>
        <a:bodyPr/>
        <a:lstStyle/>
        <a:p>
          <a:r>
            <a:rPr lang="en-US" dirty="0"/>
            <a:t>Successfully generated a description in the desired format, proving the POC viable.</a:t>
          </a:r>
        </a:p>
      </dgm:t>
    </dgm:pt>
    <dgm:pt modelId="{92214051-2017-E54F-BF6A-D0A7FF7E3168}" type="parTrans" cxnId="{20359DAA-C222-9B49-A0E5-3DCBB21A65E1}">
      <dgm:prSet/>
      <dgm:spPr/>
      <dgm:t>
        <a:bodyPr/>
        <a:lstStyle/>
        <a:p>
          <a:endParaRPr lang="en-US"/>
        </a:p>
      </dgm:t>
    </dgm:pt>
    <dgm:pt modelId="{AD63CAF1-59C7-404D-99E9-43CC2AF66EB7}" type="sibTrans" cxnId="{20359DAA-C222-9B49-A0E5-3DCBB21A65E1}">
      <dgm:prSet/>
      <dgm:spPr/>
      <dgm:t>
        <a:bodyPr/>
        <a:lstStyle/>
        <a:p>
          <a:endParaRPr lang="en-US"/>
        </a:p>
      </dgm:t>
    </dgm:pt>
    <dgm:pt modelId="{41C915D1-B8EC-B84D-B74B-23E3C34D3CF5}">
      <dgm:prSet/>
      <dgm:spPr/>
      <dgm:t>
        <a:bodyPr/>
        <a:lstStyle/>
        <a:p>
          <a:r>
            <a:rPr lang="en-US" dirty="0"/>
            <a:t> Databricks</a:t>
          </a:r>
        </a:p>
      </dgm:t>
    </dgm:pt>
    <dgm:pt modelId="{A889D261-6C25-FF44-A07B-2FEBE3072A51}" type="parTrans" cxnId="{0142C0BF-1986-B241-B1E5-CB1CB147493A}">
      <dgm:prSet/>
      <dgm:spPr/>
      <dgm:t>
        <a:bodyPr/>
        <a:lstStyle/>
        <a:p>
          <a:endParaRPr lang="en-US"/>
        </a:p>
      </dgm:t>
    </dgm:pt>
    <dgm:pt modelId="{CB20C111-B245-9D4A-82F9-1B8C72AD0CF6}" type="sibTrans" cxnId="{0142C0BF-1986-B241-B1E5-CB1CB147493A}">
      <dgm:prSet/>
      <dgm:spPr/>
      <dgm:t>
        <a:bodyPr/>
        <a:lstStyle/>
        <a:p>
          <a:endParaRPr lang="en-US"/>
        </a:p>
      </dgm:t>
    </dgm:pt>
    <dgm:pt modelId="{5A8E5291-3E62-D24A-857B-46FDB6C56EFE}">
      <dgm:prSet/>
      <dgm:spPr/>
      <dgm:t>
        <a:bodyPr/>
        <a:lstStyle/>
        <a:p>
          <a:r>
            <a:rPr lang="en-US" dirty="0"/>
            <a:t> Pre-trained LLaVA-v1.6-Mistral-7B-HF from Hugging Face</a:t>
          </a:r>
        </a:p>
      </dgm:t>
    </dgm:pt>
    <dgm:pt modelId="{15B91F15-EB22-6C47-A43D-867AD0DA36F5}" type="parTrans" cxnId="{D399867A-349C-7D4B-9E5A-5D26A2C4F2E9}">
      <dgm:prSet/>
      <dgm:spPr/>
      <dgm:t>
        <a:bodyPr/>
        <a:lstStyle/>
        <a:p>
          <a:endParaRPr lang="en-US"/>
        </a:p>
      </dgm:t>
    </dgm:pt>
    <dgm:pt modelId="{CDF02F15-BEF6-1F4A-BEEB-5C86DA1A0BA3}" type="sibTrans" cxnId="{D399867A-349C-7D4B-9E5A-5D26A2C4F2E9}">
      <dgm:prSet/>
      <dgm:spPr/>
      <dgm:t>
        <a:bodyPr/>
        <a:lstStyle/>
        <a:p>
          <a:endParaRPr lang="en-US"/>
        </a:p>
      </dgm:t>
    </dgm:pt>
    <dgm:pt modelId="{F9AD2B05-F83C-024C-8B00-0A8F232B5281}">
      <dgm:prSet/>
      <dgm:spPr/>
      <dgm:t>
        <a:bodyPr/>
        <a:lstStyle/>
        <a:p>
          <a:r>
            <a:rPr lang="en-US" dirty="0"/>
            <a:t>1 sample image from the mini-dataset</a:t>
          </a:r>
        </a:p>
      </dgm:t>
    </dgm:pt>
    <dgm:pt modelId="{7F3E5823-8953-9D4E-A028-34F452DD7032}" type="parTrans" cxnId="{9AE5ECA5-884A-6849-A7D8-D208D367A958}">
      <dgm:prSet/>
      <dgm:spPr/>
      <dgm:t>
        <a:bodyPr/>
        <a:lstStyle/>
        <a:p>
          <a:endParaRPr lang="en-US"/>
        </a:p>
      </dgm:t>
    </dgm:pt>
    <dgm:pt modelId="{94BF5E8F-DABE-C34F-B0C3-D1826258B508}" type="sibTrans" cxnId="{9AE5ECA5-884A-6849-A7D8-D208D367A958}">
      <dgm:prSet/>
      <dgm:spPr/>
      <dgm:t>
        <a:bodyPr/>
        <a:lstStyle/>
        <a:p>
          <a:endParaRPr lang="en-US"/>
        </a:p>
      </dgm:t>
    </dgm:pt>
    <dgm:pt modelId="{AD7BAE51-C28B-2E42-A09A-9F2E50335541}">
      <dgm:prSet/>
      <dgm:spPr/>
      <dgm:t>
        <a:bodyPr/>
        <a:lstStyle/>
        <a:p>
          <a:r>
            <a:rPr lang="en-US" dirty="0"/>
            <a:t> Experimented with various prompts to match output format and maximize information without compromising performance.</a:t>
          </a:r>
        </a:p>
      </dgm:t>
    </dgm:pt>
    <dgm:pt modelId="{87DD345D-C31C-574A-AD2A-404CEB8C8167}" type="parTrans" cxnId="{DE42E433-EF73-9F44-A586-C60A4216EB7F}">
      <dgm:prSet/>
      <dgm:spPr/>
      <dgm:t>
        <a:bodyPr/>
        <a:lstStyle/>
        <a:p>
          <a:endParaRPr lang="en-US"/>
        </a:p>
      </dgm:t>
    </dgm:pt>
    <dgm:pt modelId="{6116B6FF-3E48-F745-8E09-5D8FBCBA0BB3}" type="sibTrans" cxnId="{DE42E433-EF73-9F44-A586-C60A4216EB7F}">
      <dgm:prSet/>
      <dgm:spPr/>
      <dgm:t>
        <a:bodyPr/>
        <a:lstStyle/>
        <a:p>
          <a:endParaRPr lang="en-US"/>
        </a:p>
      </dgm:t>
    </dgm:pt>
    <dgm:pt modelId="{97FFA850-0DC5-5E4A-A9E0-253A5A43C569}" type="pres">
      <dgm:prSet presAssocID="{7E0F3675-3E64-429D-923C-CACE0D7F440E}" presName="linear" presStyleCnt="0">
        <dgm:presLayoutVars>
          <dgm:dir/>
          <dgm:animLvl val="lvl"/>
          <dgm:resizeHandles val="exact"/>
        </dgm:presLayoutVars>
      </dgm:prSet>
      <dgm:spPr/>
    </dgm:pt>
    <dgm:pt modelId="{8E0D7A14-4E75-5A45-9AC7-30F16362B793}" type="pres">
      <dgm:prSet presAssocID="{7DB37EE9-779C-D24D-9506-99BA456CE2CD}" presName="parentLin" presStyleCnt="0"/>
      <dgm:spPr/>
    </dgm:pt>
    <dgm:pt modelId="{FE0CEA6C-516C-544B-AF93-48FD2E4D2171}" type="pres">
      <dgm:prSet presAssocID="{7DB37EE9-779C-D24D-9506-99BA456CE2CD}" presName="parentLeftMargin" presStyleLbl="node1" presStyleIdx="0" presStyleCnt="6"/>
      <dgm:spPr/>
    </dgm:pt>
    <dgm:pt modelId="{1B122812-7903-524E-B8AF-93B5ED1DA7D5}" type="pres">
      <dgm:prSet presAssocID="{7DB37EE9-779C-D24D-9506-99BA456CE2CD}" presName="parentText" presStyleLbl="node1" presStyleIdx="0" presStyleCnt="6">
        <dgm:presLayoutVars>
          <dgm:chMax val="0"/>
          <dgm:bulletEnabled val="1"/>
        </dgm:presLayoutVars>
      </dgm:prSet>
      <dgm:spPr/>
    </dgm:pt>
    <dgm:pt modelId="{51F64AAA-2C5B-1348-9428-4200B83C259C}" type="pres">
      <dgm:prSet presAssocID="{7DB37EE9-779C-D24D-9506-99BA456CE2CD}" presName="negativeSpace" presStyleCnt="0"/>
      <dgm:spPr/>
    </dgm:pt>
    <dgm:pt modelId="{904EB6F0-6AA3-F446-AF3E-F3CCB8C6288A}" type="pres">
      <dgm:prSet presAssocID="{7DB37EE9-779C-D24D-9506-99BA456CE2CD}" presName="childText" presStyleLbl="conFgAcc1" presStyleIdx="0" presStyleCnt="6">
        <dgm:presLayoutVars>
          <dgm:bulletEnabled val="1"/>
        </dgm:presLayoutVars>
      </dgm:prSet>
      <dgm:spPr/>
    </dgm:pt>
    <dgm:pt modelId="{EF849A3A-E57B-F24E-8339-552ABB8ABC1B}" type="pres">
      <dgm:prSet presAssocID="{145C7DBD-7B6C-284F-B160-2D3AC3050440}" presName="spaceBetweenRectangles" presStyleCnt="0"/>
      <dgm:spPr/>
    </dgm:pt>
    <dgm:pt modelId="{560470ED-79BA-B240-AE74-D2181EF53CEA}" type="pres">
      <dgm:prSet presAssocID="{27D3C5BB-C086-A84C-9CAD-CF758F6F3EBF}" presName="parentLin" presStyleCnt="0"/>
      <dgm:spPr/>
    </dgm:pt>
    <dgm:pt modelId="{E89A6051-CDE8-564B-BFAB-BFC078B48B85}" type="pres">
      <dgm:prSet presAssocID="{27D3C5BB-C086-A84C-9CAD-CF758F6F3EBF}" presName="parentLeftMargin" presStyleLbl="node1" presStyleIdx="0" presStyleCnt="6"/>
      <dgm:spPr/>
    </dgm:pt>
    <dgm:pt modelId="{D11599C4-11E8-9D4F-B6B4-E0EC1C1E25B2}" type="pres">
      <dgm:prSet presAssocID="{27D3C5BB-C086-A84C-9CAD-CF758F6F3EBF}" presName="parentText" presStyleLbl="node1" presStyleIdx="1" presStyleCnt="6">
        <dgm:presLayoutVars>
          <dgm:chMax val="0"/>
          <dgm:bulletEnabled val="1"/>
        </dgm:presLayoutVars>
      </dgm:prSet>
      <dgm:spPr/>
    </dgm:pt>
    <dgm:pt modelId="{1ED5BAF9-9B40-3548-88AA-D143E3D4C35A}" type="pres">
      <dgm:prSet presAssocID="{27D3C5BB-C086-A84C-9CAD-CF758F6F3EBF}" presName="negativeSpace" presStyleCnt="0"/>
      <dgm:spPr/>
    </dgm:pt>
    <dgm:pt modelId="{A7A27EA1-3C90-AE40-B30D-8A6750859E35}" type="pres">
      <dgm:prSet presAssocID="{27D3C5BB-C086-A84C-9CAD-CF758F6F3EBF}" presName="childText" presStyleLbl="conFgAcc1" presStyleIdx="1" presStyleCnt="6">
        <dgm:presLayoutVars>
          <dgm:bulletEnabled val="1"/>
        </dgm:presLayoutVars>
      </dgm:prSet>
      <dgm:spPr/>
    </dgm:pt>
    <dgm:pt modelId="{6EFA4F4C-29D0-1B42-A641-597249CC1310}" type="pres">
      <dgm:prSet presAssocID="{6ACCD4F7-CDF0-554C-9879-F178E8D89AF0}" presName="spaceBetweenRectangles" presStyleCnt="0"/>
      <dgm:spPr/>
    </dgm:pt>
    <dgm:pt modelId="{86C72138-452A-F043-8C9D-9906446B4DA4}" type="pres">
      <dgm:prSet presAssocID="{8B16DC5E-F618-B242-B340-155DB928FBF5}" presName="parentLin" presStyleCnt="0"/>
      <dgm:spPr/>
    </dgm:pt>
    <dgm:pt modelId="{3DB81997-5076-5348-83D6-34343EE06F79}" type="pres">
      <dgm:prSet presAssocID="{8B16DC5E-F618-B242-B340-155DB928FBF5}" presName="parentLeftMargin" presStyleLbl="node1" presStyleIdx="1" presStyleCnt="6"/>
      <dgm:spPr/>
    </dgm:pt>
    <dgm:pt modelId="{95CA8572-97D8-0D42-A23B-1DC899958A59}" type="pres">
      <dgm:prSet presAssocID="{8B16DC5E-F618-B242-B340-155DB928FBF5}" presName="parentText" presStyleLbl="node1" presStyleIdx="2" presStyleCnt="6">
        <dgm:presLayoutVars>
          <dgm:chMax val="0"/>
          <dgm:bulletEnabled val="1"/>
        </dgm:presLayoutVars>
      </dgm:prSet>
      <dgm:spPr/>
    </dgm:pt>
    <dgm:pt modelId="{E9D0B761-057A-264F-AF33-ED0B72C20BD7}" type="pres">
      <dgm:prSet presAssocID="{8B16DC5E-F618-B242-B340-155DB928FBF5}" presName="negativeSpace" presStyleCnt="0"/>
      <dgm:spPr/>
    </dgm:pt>
    <dgm:pt modelId="{F4A3B90B-D7CF-D646-8733-C54A3C84777A}" type="pres">
      <dgm:prSet presAssocID="{8B16DC5E-F618-B242-B340-155DB928FBF5}" presName="childText" presStyleLbl="conFgAcc1" presStyleIdx="2" presStyleCnt="6">
        <dgm:presLayoutVars>
          <dgm:bulletEnabled val="1"/>
        </dgm:presLayoutVars>
      </dgm:prSet>
      <dgm:spPr/>
    </dgm:pt>
    <dgm:pt modelId="{0059E8B6-A365-8E42-8EB1-9A2682DE8DC3}" type="pres">
      <dgm:prSet presAssocID="{9BD1585F-B6F2-4F43-9E14-00C050FC0418}" presName="spaceBetweenRectangles" presStyleCnt="0"/>
      <dgm:spPr/>
    </dgm:pt>
    <dgm:pt modelId="{43A71C56-F048-8048-AFB6-9DDAD8EA5C80}" type="pres">
      <dgm:prSet presAssocID="{B24294F1-0CE2-2846-9E89-5CF5B10D8FCE}" presName="parentLin" presStyleCnt="0"/>
      <dgm:spPr/>
    </dgm:pt>
    <dgm:pt modelId="{5BB5BD73-2F63-3948-B552-9E10BFB77A61}" type="pres">
      <dgm:prSet presAssocID="{B24294F1-0CE2-2846-9E89-5CF5B10D8FCE}" presName="parentLeftMargin" presStyleLbl="node1" presStyleIdx="2" presStyleCnt="6"/>
      <dgm:spPr/>
    </dgm:pt>
    <dgm:pt modelId="{D184BD6C-C635-DF45-9A2B-364E92812BE4}" type="pres">
      <dgm:prSet presAssocID="{B24294F1-0CE2-2846-9E89-5CF5B10D8FCE}" presName="parentText" presStyleLbl="node1" presStyleIdx="3" presStyleCnt="6">
        <dgm:presLayoutVars>
          <dgm:chMax val="0"/>
          <dgm:bulletEnabled val="1"/>
        </dgm:presLayoutVars>
      </dgm:prSet>
      <dgm:spPr/>
    </dgm:pt>
    <dgm:pt modelId="{8C7A101E-7780-1448-A576-DFA8B207806A}" type="pres">
      <dgm:prSet presAssocID="{B24294F1-0CE2-2846-9E89-5CF5B10D8FCE}" presName="negativeSpace" presStyleCnt="0"/>
      <dgm:spPr/>
    </dgm:pt>
    <dgm:pt modelId="{65F233D5-43B4-6849-89B4-774E3B9A9329}" type="pres">
      <dgm:prSet presAssocID="{B24294F1-0CE2-2846-9E89-5CF5B10D8FCE}" presName="childText" presStyleLbl="conFgAcc1" presStyleIdx="3" presStyleCnt="6">
        <dgm:presLayoutVars>
          <dgm:bulletEnabled val="1"/>
        </dgm:presLayoutVars>
      </dgm:prSet>
      <dgm:spPr/>
    </dgm:pt>
    <dgm:pt modelId="{14A2566D-56E2-7246-AF1B-54436005429A}" type="pres">
      <dgm:prSet presAssocID="{4E1EDA3E-67BC-7040-8B96-25062D2EE663}" presName="spaceBetweenRectangles" presStyleCnt="0"/>
      <dgm:spPr/>
    </dgm:pt>
    <dgm:pt modelId="{F1ED8228-7996-DF4A-8EBF-524AF1ADBDC3}" type="pres">
      <dgm:prSet presAssocID="{7756DFF5-C16A-FD47-8AFC-D7524C21D772}" presName="parentLin" presStyleCnt="0"/>
      <dgm:spPr/>
    </dgm:pt>
    <dgm:pt modelId="{D2622344-8935-A943-982D-A4897CA7E873}" type="pres">
      <dgm:prSet presAssocID="{7756DFF5-C16A-FD47-8AFC-D7524C21D772}" presName="parentLeftMargin" presStyleLbl="node1" presStyleIdx="3" presStyleCnt="6"/>
      <dgm:spPr/>
    </dgm:pt>
    <dgm:pt modelId="{793310E6-D918-8D47-A7D4-162DE016BA70}" type="pres">
      <dgm:prSet presAssocID="{7756DFF5-C16A-FD47-8AFC-D7524C21D772}" presName="parentText" presStyleLbl="node1" presStyleIdx="4" presStyleCnt="6">
        <dgm:presLayoutVars>
          <dgm:chMax val="0"/>
          <dgm:bulletEnabled val="1"/>
        </dgm:presLayoutVars>
      </dgm:prSet>
      <dgm:spPr/>
    </dgm:pt>
    <dgm:pt modelId="{639B16C8-AD7C-FB43-B322-AB32460E58A2}" type="pres">
      <dgm:prSet presAssocID="{7756DFF5-C16A-FD47-8AFC-D7524C21D772}" presName="negativeSpace" presStyleCnt="0"/>
      <dgm:spPr/>
    </dgm:pt>
    <dgm:pt modelId="{1C9C1288-B02A-144B-AD18-22377FF81EC6}" type="pres">
      <dgm:prSet presAssocID="{7756DFF5-C16A-FD47-8AFC-D7524C21D772}" presName="childText" presStyleLbl="conFgAcc1" presStyleIdx="4" presStyleCnt="6">
        <dgm:presLayoutVars>
          <dgm:bulletEnabled val="1"/>
        </dgm:presLayoutVars>
      </dgm:prSet>
      <dgm:spPr/>
    </dgm:pt>
    <dgm:pt modelId="{842AA0E2-44C6-9443-9B8F-7A40A749A377}" type="pres">
      <dgm:prSet presAssocID="{9B59B763-4E76-6442-A7BE-21CDC2168C77}" presName="spaceBetweenRectangles" presStyleCnt="0"/>
      <dgm:spPr/>
    </dgm:pt>
    <dgm:pt modelId="{DB54882F-3F89-D54E-8195-6149672CB02A}" type="pres">
      <dgm:prSet presAssocID="{2A35E7D1-0822-C241-B94E-C009DE7D6663}" presName="parentLin" presStyleCnt="0"/>
      <dgm:spPr/>
    </dgm:pt>
    <dgm:pt modelId="{34163966-9A46-E741-A10A-9726E7B27DAC}" type="pres">
      <dgm:prSet presAssocID="{2A35E7D1-0822-C241-B94E-C009DE7D6663}" presName="parentLeftMargin" presStyleLbl="node1" presStyleIdx="4" presStyleCnt="6"/>
      <dgm:spPr/>
    </dgm:pt>
    <dgm:pt modelId="{D7D9B823-DFE6-0348-A39B-82F59B5CF556}" type="pres">
      <dgm:prSet presAssocID="{2A35E7D1-0822-C241-B94E-C009DE7D6663}" presName="parentText" presStyleLbl="node1" presStyleIdx="5" presStyleCnt="6">
        <dgm:presLayoutVars>
          <dgm:chMax val="0"/>
          <dgm:bulletEnabled val="1"/>
        </dgm:presLayoutVars>
      </dgm:prSet>
      <dgm:spPr/>
    </dgm:pt>
    <dgm:pt modelId="{146EF595-FA8F-3E45-847E-75C841BCE571}" type="pres">
      <dgm:prSet presAssocID="{2A35E7D1-0822-C241-B94E-C009DE7D6663}" presName="negativeSpace" presStyleCnt="0"/>
      <dgm:spPr/>
    </dgm:pt>
    <dgm:pt modelId="{59DD3C56-4277-0541-8C0E-0B89CE8662B2}" type="pres">
      <dgm:prSet presAssocID="{2A35E7D1-0822-C241-B94E-C009DE7D6663}" presName="childText" presStyleLbl="conFgAcc1" presStyleIdx="5" presStyleCnt="6">
        <dgm:presLayoutVars>
          <dgm:bulletEnabled val="1"/>
        </dgm:presLayoutVars>
      </dgm:prSet>
      <dgm:spPr/>
    </dgm:pt>
  </dgm:ptLst>
  <dgm:cxnLst>
    <dgm:cxn modelId="{66144008-F036-B84B-97AE-812BCCAF79C6}" type="presOf" srcId="{2A35E7D1-0822-C241-B94E-C009DE7D6663}" destId="{D7D9B823-DFE6-0348-A39B-82F59B5CF556}" srcOrd="1" destOrd="0" presId="urn:microsoft.com/office/officeart/2005/8/layout/list1"/>
    <dgm:cxn modelId="{4A539516-D27A-4A4E-AC47-12F37A8153BA}" srcId="{7E0F3675-3E64-429D-923C-CACE0D7F440E}" destId="{8B16DC5E-F618-B242-B340-155DB928FBF5}" srcOrd="2" destOrd="0" parTransId="{DBDC0764-3301-0048-95E7-98596241CB7C}" sibTransId="{9BD1585F-B6F2-4F43-9E14-00C050FC0418}"/>
    <dgm:cxn modelId="{AD328517-B2C8-AC40-8851-F2DB286DB96A}" type="presOf" srcId="{B24294F1-0CE2-2846-9E89-5CF5B10D8FCE}" destId="{5BB5BD73-2F63-3948-B552-9E10BFB77A61}" srcOrd="0" destOrd="0" presId="urn:microsoft.com/office/officeart/2005/8/layout/list1"/>
    <dgm:cxn modelId="{ECD78033-D295-4B4D-BF99-2A5576CF8EA7}" type="presOf" srcId="{9C44F316-3A4B-5343-AD44-3A170AF1EECB}" destId="{59DD3C56-4277-0541-8C0E-0B89CE8662B2}" srcOrd="0" destOrd="0" presId="urn:microsoft.com/office/officeart/2005/8/layout/list1"/>
    <dgm:cxn modelId="{DE42E433-EF73-9F44-A586-C60A4216EB7F}" srcId="{B24294F1-0CE2-2846-9E89-5CF5B10D8FCE}" destId="{AD7BAE51-C28B-2E42-A09A-9F2E50335541}" srcOrd="0" destOrd="0" parTransId="{87DD345D-C31C-574A-AD2A-404CEB8C8167}" sibTransId="{6116B6FF-3E48-F745-8E09-5D8FBCBA0BB3}"/>
    <dgm:cxn modelId="{25828135-D2CA-584E-B9F0-33AF3E2287FF}" type="presOf" srcId="{27D3C5BB-C086-A84C-9CAD-CF758F6F3EBF}" destId="{D11599C4-11E8-9D4F-B6B4-E0EC1C1E25B2}" srcOrd="1" destOrd="0" presId="urn:microsoft.com/office/officeart/2005/8/layout/list1"/>
    <dgm:cxn modelId="{33EEE13F-2FFA-474E-B949-45298DDE7C7F}" srcId="{7E0F3675-3E64-429D-923C-CACE0D7F440E}" destId="{27D3C5BB-C086-A84C-9CAD-CF758F6F3EBF}" srcOrd="1" destOrd="0" parTransId="{C0D47511-5230-5E4D-9A38-0B620B073578}" sibTransId="{6ACCD4F7-CDF0-554C-9879-F178E8D89AF0}"/>
    <dgm:cxn modelId="{43C04340-AE26-BE40-9574-87629EF752B2}" type="presOf" srcId="{B24294F1-0CE2-2846-9E89-5CF5B10D8FCE}" destId="{D184BD6C-C635-DF45-9A2B-364E92812BE4}" srcOrd="1" destOrd="0" presId="urn:microsoft.com/office/officeart/2005/8/layout/list1"/>
    <dgm:cxn modelId="{955C0142-E5CD-E748-9DB9-FA9BB4D583C3}" type="presOf" srcId="{27D3C5BB-C086-A84C-9CAD-CF758F6F3EBF}" destId="{E89A6051-CDE8-564B-BFAB-BFC078B48B85}" srcOrd="0" destOrd="0" presId="urn:microsoft.com/office/officeart/2005/8/layout/list1"/>
    <dgm:cxn modelId="{FD8B5E47-943C-294F-A96D-7528CA71053D}" type="presOf" srcId="{41C915D1-B8EC-B84D-B74B-23E3C34D3CF5}" destId="{904EB6F0-6AA3-F446-AF3E-F3CCB8C6288A}" srcOrd="0" destOrd="0" presId="urn:microsoft.com/office/officeart/2005/8/layout/list1"/>
    <dgm:cxn modelId="{6376AF49-514A-0D49-9256-5EB6E7309020}" type="presOf" srcId="{2A35E7D1-0822-C241-B94E-C009DE7D6663}" destId="{34163966-9A46-E741-A10A-9726E7B27DAC}" srcOrd="0" destOrd="0" presId="urn:microsoft.com/office/officeart/2005/8/layout/list1"/>
    <dgm:cxn modelId="{35DFE065-DD1D-4F4A-AAAE-02164E79F15F}" type="presOf" srcId="{7E0F3675-3E64-429D-923C-CACE0D7F440E}" destId="{97FFA850-0DC5-5E4A-A9E0-253A5A43C569}" srcOrd="0" destOrd="0" presId="urn:microsoft.com/office/officeart/2005/8/layout/list1"/>
    <dgm:cxn modelId="{2B411574-9353-1643-9C7D-0465D46368B0}" type="presOf" srcId="{8B16DC5E-F618-B242-B340-155DB928FBF5}" destId="{95CA8572-97D8-0D42-A23B-1DC899958A59}" srcOrd="1" destOrd="0" presId="urn:microsoft.com/office/officeart/2005/8/layout/list1"/>
    <dgm:cxn modelId="{D399867A-349C-7D4B-9E5A-5D26A2C4F2E9}" srcId="{27D3C5BB-C086-A84C-9CAD-CF758F6F3EBF}" destId="{5A8E5291-3E62-D24A-857B-46FDB6C56EFE}" srcOrd="0" destOrd="0" parTransId="{15B91F15-EB22-6C47-A43D-867AD0DA36F5}" sibTransId="{CDF02F15-BEF6-1F4A-BEEB-5C86DA1A0BA3}"/>
    <dgm:cxn modelId="{1DD2FC7C-7F45-AF44-9D7D-8F6A50C6D39C}" srcId="{7E0F3675-3E64-429D-923C-CACE0D7F440E}" destId="{7756DFF5-C16A-FD47-8AFC-D7524C21D772}" srcOrd="4" destOrd="0" parTransId="{9EE62D6F-7C75-A345-8E1E-96BFB36FFC2B}" sibTransId="{9B59B763-4E76-6442-A7BE-21CDC2168C77}"/>
    <dgm:cxn modelId="{2692ED8E-E992-EE46-A323-D3B009C3A992}" type="presOf" srcId="{7756DFF5-C16A-FD47-8AFC-D7524C21D772}" destId="{793310E6-D918-8D47-A7D4-162DE016BA70}" srcOrd="1" destOrd="0" presId="urn:microsoft.com/office/officeart/2005/8/layout/list1"/>
    <dgm:cxn modelId="{C7760E96-AD29-444F-84F0-92F65553FF53}" srcId="{7E0F3675-3E64-429D-923C-CACE0D7F440E}" destId="{7DB37EE9-779C-D24D-9506-99BA456CE2CD}" srcOrd="0" destOrd="0" parTransId="{D2BA3438-D7AF-F146-9615-12D0DF7EC5AB}" sibTransId="{145C7DBD-7B6C-284F-B160-2D3AC3050440}"/>
    <dgm:cxn modelId="{A3DF8996-A438-644C-91DE-E9F25FA1AA9D}" type="presOf" srcId="{F9AD2B05-F83C-024C-8B00-0A8F232B5281}" destId="{F4A3B90B-D7CF-D646-8733-C54A3C84777A}" srcOrd="0" destOrd="0" presId="urn:microsoft.com/office/officeart/2005/8/layout/list1"/>
    <dgm:cxn modelId="{9AE5ECA5-884A-6849-A7D8-D208D367A958}" srcId="{8B16DC5E-F618-B242-B340-155DB928FBF5}" destId="{F9AD2B05-F83C-024C-8B00-0A8F232B5281}" srcOrd="0" destOrd="0" parTransId="{7F3E5823-8953-9D4E-A028-34F452DD7032}" sibTransId="{94BF5E8F-DABE-C34F-B0C3-D1826258B508}"/>
    <dgm:cxn modelId="{EBF9D5A8-135B-2B41-8D44-1F5680B071F0}" srcId="{7E0F3675-3E64-429D-923C-CACE0D7F440E}" destId="{2A35E7D1-0822-C241-B94E-C009DE7D6663}" srcOrd="5" destOrd="0" parTransId="{647B3D88-6DEE-864C-8465-E1C9CF2667DA}" sibTransId="{51DF1D68-3EC9-8C44-B783-C4674B5FF05E}"/>
    <dgm:cxn modelId="{20359DAA-C222-9B49-A0E5-3DCBB21A65E1}" srcId="{2A35E7D1-0822-C241-B94E-C009DE7D6663}" destId="{9C44F316-3A4B-5343-AD44-3A170AF1EECB}" srcOrd="0" destOrd="0" parTransId="{92214051-2017-E54F-BF6A-D0A7FF7E3168}" sibTransId="{AD63CAF1-59C7-404D-99E9-43CC2AF66EB7}"/>
    <dgm:cxn modelId="{E8EFBCAC-1FBF-984D-AC98-3E9235870166}" type="presOf" srcId="{5A8E5291-3E62-D24A-857B-46FDB6C56EFE}" destId="{A7A27EA1-3C90-AE40-B30D-8A6750859E35}" srcOrd="0" destOrd="0" presId="urn:microsoft.com/office/officeart/2005/8/layout/list1"/>
    <dgm:cxn modelId="{7C56B0BC-41FF-1147-8325-566D0AC06EA3}" type="presOf" srcId="{7756DFF5-C16A-FD47-8AFC-D7524C21D772}" destId="{D2622344-8935-A943-982D-A4897CA7E873}" srcOrd="0" destOrd="0" presId="urn:microsoft.com/office/officeart/2005/8/layout/list1"/>
    <dgm:cxn modelId="{0142C0BF-1986-B241-B1E5-CB1CB147493A}" srcId="{7DB37EE9-779C-D24D-9506-99BA456CE2CD}" destId="{41C915D1-B8EC-B84D-B74B-23E3C34D3CF5}" srcOrd="0" destOrd="0" parTransId="{A889D261-6C25-FF44-A07B-2FEBE3072A51}" sibTransId="{CB20C111-B245-9D4A-82F9-1B8C72AD0CF6}"/>
    <dgm:cxn modelId="{148E60CC-EB3D-AA4C-88DC-93C8AA970946}" type="presOf" srcId="{7DB37EE9-779C-D24D-9506-99BA456CE2CD}" destId="{1B122812-7903-524E-B8AF-93B5ED1DA7D5}" srcOrd="1" destOrd="0" presId="urn:microsoft.com/office/officeart/2005/8/layout/list1"/>
    <dgm:cxn modelId="{0035E3CC-3514-8446-A1D4-1B4B76E5AB9A}" type="presOf" srcId="{67C692E0-D699-4C4D-AEF8-94CF1ACE2579}" destId="{1C9C1288-B02A-144B-AD18-22377FF81EC6}" srcOrd="0" destOrd="0" presId="urn:microsoft.com/office/officeart/2005/8/layout/list1"/>
    <dgm:cxn modelId="{39B4D0E0-106B-0D4D-9588-C5E62B72B59F}" type="presOf" srcId="{8B16DC5E-F618-B242-B340-155DB928FBF5}" destId="{3DB81997-5076-5348-83D6-34343EE06F79}" srcOrd="0" destOrd="0" presId="urn:microsoft.com/office/officeart/2005/8/layout/list1"/>
    <dgm:cxn modelId="{DEF970EB-95AC-8242-8DB0-3987C2014EA3}" type="presOf" srcId="{7DB37EE9-779C-D24D-9506-99BA456CE2CD}" destId="{FE0CEA6C-516C-544B-AF93-48FD2E4D2171}" srcOrd="0" destOrd="0" presId="urn:microsoft.com/office/officeart/2005/8/layout/list1"/>
    <dgm:cxn modelId="{F349E9ED-C0BB-C046-9224-9151BE872BE4}" srcId="{7756DFF5-C16A-FD47-8AFC-D7524C21D772}" destId="{67C692E0-D699-4C4D-AEF8-94CF1ACE2579}" srcOrd="0" destOrd="0" parTransId="{72020639-4428-E644-BFD8-7349D175382F}" sibTransId="{0AD2EC3F-86AE-9F45-B046-9A04E12F9D43}"/>
    <dgm:cxn modelId="{B26134F2-CC40-AD43-A9DD-C7EAFA3A1F47}" type="presOf" srcId="{AD7BAE51-C28B-2E42-A09A-9F2E50335541}" destId="{65F233D5-43B4-6849-89B4-774E3B9A9329}" srcOrd="0" destOrd="0" presId="urn:microsoft.com/office/officeart/2005/8/layout/list1"/>
    <dgm:cxn modelId="{F7B81FF9-45EA-8143-A2E5-CCF5D0584E38}" srcId="{7E0F3675-3E64-429D-923C-CACE0D7F440E}" destId="{B24294F1-0CE2-2846-9E89-5CF5B10D8FCE}" srcOrd="3" destOrd="0" parTransId="{64143A4D-5997-9A4D-A184-27D3BB0F3E54}" sibTransId="{4E1EDA3E-67BC-7040-8B96-25062D2EE663}"/>
    <dgm:cxn modelId="{8C2789DD-749F-2247-9DC9-DBBF698B6179}" type="presParOf" srcId="{97FFA850-0DC5-5E4A-A9E0-253A5A43C569}" destId="{8E0D7A14-4E75-5A45-9AC7-30F16362B793}" srcOrd="0" destOrd="0" presId="urn:microsoft.com/office/officeart/2005/8/layout/list1"/>
    <dgm:cxn modelId="{F73EF867-B372-5B41-8693-CE7FCE2FE033}" type="presParOf" srcId="{8E0D7A14-4E75-5A45-9AC7-30F16362B793}" destId="{FE0CEA6C-516C-544B-AF93-48FD2E4D2171}" srcOrd="0" destOrd="0" presId="urn:microsoft.com/office/officeart/2005/8/layout/list1"/>
    <dgm:cxn modelId="{688D037B-FADB-FB47-903C-69199A14E97C}" type="presParOf" srcId="{8E0D7A14-4E75-5A45-9AC7-30F16362B793}" destId="{1B122812-7903-524E-B8AF-93B5ED1DA7D5}" srcOrd="1" destOrd="0" presId="urn:microsoft.com/office/officeart/2005/8/layout/list1"/>
    <dgm:cxn modelId="{AE2A8328-0E73-AA4E-B9CE-68939693A45A}" type="presParOf" srcId="{97FFA850-0DC5-5E4A-A9E0-253A5A43C569}" destId="{51F64AAA-2C5B-1348-9428-4200B83C259C}" srcOrd="1" destOrd="0" presId="urn:microsoft.com/office/officeart/2005/8/layout/list1"/>
    <dgm:cxn modelId="{D0992FAC-F645-5A40-8E3B-D02B2DF38EC2}" type="presParOf" srcId="{97FFA850-0DC5-5E4A-A9E0-253A5A43C569}" destId="{904EB6F0-6AA3-F446-AF3E-F3CCB8C6288A}" srcOrd="2" destOrd="0" presId="urn:microsoft.com/office/officeart/2005/8/layout/list1"/>
    <dgm:cxn modelId="{D048E172-907E-454B-8B6B-356D1B65FD0F}" type="presParOf" srcId="{97FFA850-0DC5-5E4A-A9E0-253A5A43C569}" destId="{EF849A3A-E57B-F24E-8339-552ABB8ABC1B}" srcOrd="3" destOrd="0" presId="urn:microsoft.com/office/officeart/2005/8/layout/list1"/>
    <dgm:cxn modelId="{EF05DA4D-6FE5-7F4F-A62F-ACE61889A7F1}" type="presParOf" srcId="{97FFA850-0DC5-5E4A-A9E0-253A5A43C569}" destId="{560470ED-79BA-B240-AE74-D2181EF53CEA}" srcOrd="4" destOrd="0" presId="urn:microsoft.com/office/officeart/2005/8/layout/list1"/>
    <dgm:cxn modelId="{500B5172-6FCC-254E-9D80-D92BF0B24E30}" type="presParOf" srcId="{560470ED-79BA-B240-AE74-D2181EF53CEA}" destId="{E89A6051-CDE8-564B-BFAB-BFC078B48B85}" srcOrd="0" destOrd="0" presId="urn:microsoft.com/office/officeart/2005/8/layout/list1"/>
    <dgm:cxn modelId="{6AFE984F-94E0-9943-838E-B5B95177A068}" type="presParOf" srcId="{560470ED-79BA-B240-AE74-D2181EF53CEA}" destId="{D11599C4-11E8-9D4F-B6B4-E0EC1C1E25B2}" srcOrd="1" destOrd="0" presId="urn:microsoft.com/office/officeart/2005/8/layout/list1"/>
    <dgm:cxn modelId="{832FE83B-E2AE-AD45-88D7-025D14E41265}" type="presParOf" srcId="{97FFA850-0DC5-5E4A-A9E0-253A5A43C569}" destId="{1ED5BAF9-9B40-3548-88AA-D143E3D4C35A}" srcOrd="5" destOrd="0" presId="urn:microsoft.com/office/officeart/2005/8/layout/list1"/>
    <dgm:cxn modelId="{6994EBBB-DB4E-C14D-9F37-1EAC69FFAFFD}" type="presParOf" srcId="{97FFA850-0DC5-5E4A-A9E0-253A5A43C569}" destId="{A7A27EA1-3C90-AE40-B30D-8A6750859E35}" srcOrd="6" destOrd="0" presId="urn:microsoft.com/office/officeart/2005/8/layout/list1"/>
    <dgm:cxn modelId="{87112E33-5568-E042-8F91-C31B1D3162C4}" type="presParOf" srcId="{97FFA850-0DC5-5E4A-A9E0-253A5A43C569}" destId="{6EFA4F4C-29D0-1B42-A641-597249CC1310}" srcOrd="7" destOrd="0" presId="urn:microsoft.com/office/officeart/2005/8/layout/list1"/>
    <dgm:cxn modelId="{4E832D86-B7D8-1244-BFD1-9E9304684AE4}" type="presParOf" srcId="{97FFA850-0DC5-5E4A-A9E0-253A5A43C569}" destId="{86C72138-452A-F043-8C9D-9906446B4DA4}" srcOrd="8" destOrd="0" presId="urn:microsoft.com/office/officeart/2005/8/layout/list1"/>
    <dgm:cxn modelId="{8A3DC618-BFDF-4947-BE7B-A8114DC5746F}" type="presParOf" srcId="{86C72138-452A-F043-8C9D-9906446B4DA4}" destId="{3DB81997-5076-5348-83D6-34343EE06F79}" srcOrd="0" destOrd="0" presId="urn:microsoft.com/office/officeart/2005/8/layout/list1"/>
    <dgm:cxn modelId="{D51D0B52-84F3-B740-A1EE-CBA04450D0C7}" type="presParOf" srcId="{86C72138-452A-F043-8C9D-9906446B4DA4}" destId="{95CA8572-97D8-0D42-A23B-1DC899958A59}" srcOrd="1" destOrd="0" presId="urn:microsoft.com/office/officeart/2005/8/layout/list1"/>
    <dgm:cxn modelId="{667BFA63-583E-3646-B5B8-307CFC11700D}" type="presParOf" srcId="{97FFA850-0DC5-5E4A-A9E0-253A5A43C569}" destId="{E9D0B761-057A-264F-AF33-ED0B72C20BD7}" srcOrd="9" destOrd="0" presId="urn:microsoft.com/office/officeart/2005/8/layout/list1"/>
    <dgm:cxn modelId="{C45869B3-DBD6-D444-A072-E540066D102E}" type="presParOf" srcId="{97FFA850-0DC5-5E4A-A9E0-253A5A43C569}" destId="{F4A3B90B-D7CF-D646-8733-C54A3C84777A}" srcOrd="10" destOrd="0" presId="urn:microsoft.com/office/officeart/2005/8/layout/list1"/>
    <dgm:cxn modelId="{2A25DBD0-28C8-034B-8038-1E2603BBCCF6}" type="presParOf" srcId="{97FFA850-0DC5-5E4A-A9E0-253A5A43C569}" destId="{0059E8B6-A365-8E42-8EB1-9A2682DE8DC3}" srcOrd="11" destOrd="0" presId="urn:microsoft.com/office/officeart/2005/8/layout/list1"/>
    <dgm:cxn modelId="{0949DF33-A0F1-484D-AF33-EF2D0E4ABB5C}" type="presParOf" srcId="{97FFA850-0DC5-5E4A-A9E0-253A5A43C569}" destId="{43A71C56-F048-8048-AFB6-9DDAD8EA5C80}" srcOrd="12" destOrd="0" presId="urn:microsoft.com/office/officeart/2005/8/layout/list1"/>
    <dgm:cxn modelId="{3E2C3B70-3C5A-2748-A3AC-057A4A238DE7}" type="presParOf" srcId="{43A71C56-F048-8048-AFB6-9DDAD8EA5C80}" destId="{5BB5BD73-2F63-3948-B552-9E10BFB77A61}" srcOrd="0" destOrd="0" presId="urn:microsoft.com/office/officeart/2005/8/layout/list1"/>
    <dgm:cxn modelId="{03C526AB-E0A1-5840-A0C0-0C41B14BBA64}" type="presParOf" srcId="{43A71C56-F048-8048-AFB6-9DDAD8EA5C80}" destId="{D184BD6C-C635-DF45-9A2B-364E92812BE4}" srcOrd="1" destOrd="0" presId="urn:microsoft.com/office/officeart/2005/8/layout/list1"/>
    <dgm:cxn modelId="{5FD725B0-E43D-A14A-869D-D5E7E5776C69}" type="presParOf" srcId="{97FFA850-0DC5-5E4A-A9E0-253A5A43C569}" destId="{8C7A101E-7780-1448-A576-DFA8B207806A}" srcOrd="13" destOrd="0" presId="urn:microsoft.com/office/officeart/2005/8/layout/list1"/>
    <dgm:cxn modelId="{7FF3F38D-244C-DF46-9824-BA173C1B132A}" type="presParOf" srcId="{97FFA850-0DC5-5E4A-A9E0-253A5A43C569}" destId="{65F233D5-43B4-6849-89B4-774E3B9A9329}" srcOrd="14" destOrd="0" presId="urn:microsoft.com/office/officeart/2005/8/layout/list1"/>
    <dgm:cxn modelId="{4E5D2050-A6E6-E041-AC18-91720FEED7C3}" type="presParOf" srcId="{97FFA850-0DC5-5E4A-A9E0-253A5A43C569}" destId="{14A2566D-56E2-7246-AF1B-54436005429A}" srcOrd="15" destOrd="0" presId="urn:microsoft.com/office/officeart/2005/8/layout/list1"/>
    <dgm:cxn modelId="{93C0E6E6-40EC-864D-8098-093A4E7597D9}" type="presParOf" srcId="{97FFA850-0DC5-5E4A-A9E0-253A5A43C569}" destId="{F1ED8228-7996-DF4A-8EBF-524AF1ADBDC3}" srcOrd="16" destOrd="0" presId="urn:microsoft.com/office/officeart/2005/8/layout/list1"/>
    <dgm:cxn modelId="{B6959B3D-1E15-1D49-BD4F-D81100DE7053}" type="presParOf" srcId="{F1ED8228-7996-DF4A-8EBF-524AF1ADBDC3}" destId="{D2622344-8935-A943-982D-A4897CA7E873}" srcOrd="0" destOrd="0" presId="urn:microsoft.com/office/officeart/2005/8/layout/list1"/>
    <dgm:cxn modelId="{1DA0FA20-2C56-4244-BD09-277261171D1D}" type="presParOf" srcId="{F1ED8228-7996-DF4A-8EBF-524AF1ADBDC3}" destId="{793310E6-D918-8D47-A7D4-162DE016BA70}" srcOrd="1" destOrd="0" presId="urn:microsoft.com/office/officeart/2005/8/layout/list1"/>
    <dgm:cxn modelId="{BAD6D7CF-254E-AD45-80D9-7A73A6E3327A}" type="presParOf" srcId="{97FFA850-0DC5-5E4A-A9E0-253A5A43C569}" destId="{639B16C8-AD7C-FB43-B322-AB32460E58A2}" srcOrd="17" destOrd="0" presId="urn:microsoft.com/office/officeart/2005/8/layout/list1"/>
    <dgm:cxn modelId="{42BF07A5-F1A6-8E41-A762-822C095997B1}" type="presParOf" srcId="{97FFA850-0DC5-5E4A-A9E0-253A5A43C569}" destId="{1C9C1288-B02A-144B-AD18-22377FF81EC6}" srcOrd="18" destOrd="0" presId="urn:microsoft.com/office/officeart/2005/8/layout/list1"/>
    <dgm:cxn modelId="{8FE42820-573C-1B43-B26C-529BC9D51849}" type="presParOf" srcId="{97FFA850-0DC5-5E4A-A9E0-253A5A43C569}" destId="{842AA0E2-44C6-9443-9B8F-7A40A749A377}" srcOrd="19" destOrd="0" presId="urn:microsoft.com/office/officeart/2005/8/layout/list1"/>
    <dgm:cxn modelId="{9A3C503F-7761-1E4F-89EB-8B9930109229}" type="presParOf" srcId="{97FFA850-0DC5-5E4A-A9E0-253A5A43C569}" destId="{DB54882F-3F89-D54E-8195-6149672CB02A}" srcOrd="20" destOrd="0" presId="urn:microsoft.com/office/officeart/2005/8/layout/list1"/>
    <dgm:cxn modelId="{A6DAC6CD-8426-6F48-925A-66220E4042FC}" type="presParOf" srcId="{DB54882F-3F89-D54E-8195-6149672CB02A}" destId="{34163966-9A46-E741-A10A-9726E7B27DAC}" srcOrd="0" destOrd="0" presId="urn:microsoft.com/office/officeart/2005/8/layout/list1"/>
    <dgm:cxn modelId="{00F79BCC-09B3-B944-A1B3-5AEDC0F1CB7E}" type="presParOf" srcId="{DB54882F-3F89-D54E-8195-6149672CB02A}" destId="{D7D9B823-DFE6-0348-A39B-82F59B5CF556}" srcOrd="1" destOrd="0" presId="urn:microsoft.com/office/officeart/2005/8/layout/list1"/>
    <dgm:cxn modelId="{43C9AA54-1ACE-6D44-A305-4A4DAB6F9BA8}" type="presParOf" srcId="{97FFA850-0DC5-5E4A-A9E0-253A5A43C569}" destId="{146EF595-FA8F-3E45-847E-75C841BCE571}" srcOrd="21" destOrd="0" presId="urn:microsoft.com/office/officeart/2005/8/layout/list1"/>
    <dgm:cxn modelId="{254633BF-28AB-D341-A8AE-5C729853CAAB}" type="presParOf" srcId="{97FFA850-0DC5-5E4A-A9E0-253A5A43C569}" destId="{59DD3C56-4277-0541-8C0E-0B89CE8662B2}" srcOrd="22"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7E0F3675-3E64-429D-923C-CACE0D7F440E}" type="doc">
      <dgm:prSet loTypeId="urn:microsoft.com/office/officeart/2005/8/layout/list1" loCatId="list" qsTypeId="urn:microsoft.com/office/officeart/2005/8/quickstyle/simple2" qsCatId="simple" csTypeId="urn:microsoft.com/office/officeart/2005/8/colors/accent1_2" csCatId="accent1" phldr="1"/>
      <dgm:spPr/>
      <dgm:t>
        <a:bodyPr/>
        <a:lstStyle/>
        <a:p>
          <a:endParaRPr lang="en-US"/>
        </a:p>
      </dgm:t>
    </dgm:pt>
    <dgm:pt modelId="{BBA6653F-8440-43D8-9CAE-625ABBA21473}">
      <dgm:prSet custT="1"/>
      <dgm:spPr/>
      <dgm:t>
        <a:bodyPr/>
        <a:lstStyle/>
        <a:p>
          <a:r>
            <a:rPr lang="en-US" sz="1300" b="1" dirty="0"/>
            <a:t>Platform</a:t>
          </a:r>
          <a:r>
            <a:rPr lang="en-US" sz="1300" dirty="0"/>
            <a:t>:</a:t>
          </a:r>
        </a:p>
      </dgm:t>
    </dgm:pt>
    <dgm:pt modelId="{94EE72C4-60F8-41D4-B451-F4CAE73AF9D8}" type="parTrans" cxnId="{7F5653BD-B17D-4454-B639-A40B65D09AF6}">
      <dgm:prSet/>
      <dgm:spPr/>
      <dgm:t>
        <a:bodyPr/>
        <a:lstStyle/>
        <a:p>
          <a:endParaRPr lang="en-US" sz="1800"/>
        </a:p>
      </dgm:t>
    </dgm:pt>
    <dgm:pt modelId="{77BF63C1-3A40-43E0-9449-99CEEFF99E21}" type="sibTrans" cxnId="{7F5653BD-B17D-4454-B639-A40B65D09AF6}">
      <dgm:prSet/>
      <dgm:spPr/>
      <dgm:t>
        <a:bodyPr/>
        <a:lstStyle/>
        <a:p>
          <a:endParaRPr lang="en-US" sz="1800"/>
        </a:p>
      </dgm:t>
    </dgm:pt>
    <dgm:pt modelId="{6FDF3177-ED17-4337-B68F-CB895E3B692D}">
      <dgm:prSet custT="1"/>
      <dgm:spPr/>
      <dgm:t>
        <a:bodyPr/>
        <a:lstStyle/>
        <a:p>
          <a:r>
            <a:rPr lang="en-US" sz="1300" b="1" dirty="0"/>
            <a:t>Model</a:t>
          </a:r>
          <a:r>
            <a:rPr lang="en-US" sz="1200" dirty="0"/>
            <a:t>:</a:t>
          </a:r>
        </a:p>
      </dgm:t>
    </dgm:pt>
    <dgm:pt modelId="{1ED31992-13A7-4D6A-A1E3-79574715288D}" type="parTrans" cxnId="{3B271699-7935-4D53-935E-4FF16A2BCB18}">
      <dgm:prSet/>
      <dgm:spPr/>
      <dgm:t>
        <a:bodyPr/>
        <a:lstStyle/>
        <a:p>
          <a:endParaRPr lang="en-US" sz="1800"/>
        </a:p>
      </dgm:t>
    </dgm:pt>
    <dgm:pt modelId="{EC349A68-4354-459B-8B85-D3ED1979061F}" type="sibTrans" cxnId="{3B271699-7935-4D53-935E-4FF16A2BCB18}">
      <dgm:prSet/>
      <dgm:spPr/>
      <dgm:t>
        <a:bodyPr/>
        <a:lstStyle/>
        <a:p>
          <a:endParaRPr lang="en-US" sz="1800"/>
        </a:p>
      </dgm:t>
    </dgm:pt>
    <dgm:pt modelId="{67C95CD6-4893-40D8-BF1C-713088DF9D50}">
      <dgm:prSet custT="1"/>
      <dgm:spPr/>
      <dgm:t>
        <a:bodyPr/>
        <a:lstStyle/>
        <a:p>
          <a:r>
            <a:rPr lang="en-US" sz="1300" b="1" dirty="0"/>
            <a:t>Data</a:t>
          </a:r>
          <a:r>
            <a:rPr lang="en-US" sz="1300" dirty="0"/>
            <a:t>:</a:t>
          </a:r>
        </a:p>
      </dgm:t>
    </dgm:pt>
    <dgm:pt modelId="{CA5C5842-D386-47C9-AE33-18C4D317080F}" type="parTrans" cxnId="{4B960AF9-A0E9-43CC-9D6D-332DAE241307}">
      <dgm:prSet/>
      <dgm:spPr/>
      <dgm:t>
        <a:bodyPr/>
        <a:lstStyle/>
        <a:p>
          <a:endParaRPr lang="en-US" sz="1800"/>
        </a:p>
      </dgm:t>
    </dgm:pt>
    <dgm:pt modelId="{D4511A6F-A137-4087-B43A-C583B70EAE99}" type="sibTrans" cxnId="{4B960AF9-A0E9-43CC-9D6D-332DAE241307}">
      <dgm:prSet/>
      <dgm:spPr/>
      <dgm:t>
        <a:bodyPr/>
        <a:lstStyle/>
        <a:p>
          <a:endParaRPr lang="en-US" sz="1800"/>
        </a:p>
      </dgm:t>
    </dgm:pt>
    <dgm:pt modelId="{3905B2BF-5724-4C39-B920-21E1F420543A}">
      <dgm:prSet custT="1"/>
      <dgm:spPr/>
      <dgm:t>
        <a:bodyPr/>
        <a:lstStyle/>
        <a:p>
          <a:r>
            <a:rPr lang="en-US" sz="1300" b="1" dirty="0"/>
            <a:t>Adjustments</a:t>
          </a:r>
          <a:r>
            <a:rPr lang="en-US" sz="1300" dirty="0"/>
            <a:t>:</a:t>
          </a:r>
        </a:p>
      </dgm:t>
    </dgm:pt>
    <dgm:pt modelId="{1326F698-697E-4D0E-856C-4A394F61EF0E}" type="parTrans" cxnId="{071885FF-7DE6-4F68-8E21-308547376952}">
      <dgm:prSet/>
      <dgm:spPr/>
      <dgm:t>
        <a:bodyPr/>
        <a:lstStyle/>
        <a:p>
          <a:endParaRPr lang="en-US" sz="1800"/>
        </a:p>
      </dgm:t>
    </dgm:pt>
    <dgm:pt modelId="{3E2F3DD2-5E45-4F0F-ACD7-50CFB9345A9D}" type="sibTrans" cxnId="{071885FF-7DE6-4F68-8E21-308547376952}">
      <dgm:prSet/>
      <dgm:spPr/>
      <dgm:t>
        <a:bodyPr/>
        <a:lstStyle/>
        <a:p>
          <a:endParaRPr lang="en-US" sz="1800"/>
        </a:p>
      </dgm:t>
    </dgm:pt>
    <dgm:pt modelId="{BDB51837-9BC3-4051-855D-37FC08B90324}">
      <dgm:prSet custT="1"/>
      <dgm:spPr/>
      <dgm:t>
        <a:bodyPr/>
        <a:lstStyle/>
        <a:p>
          <a:r>
            <a:rPr lang="en-US" sz="1300" b="1"/>
            <a:t>Scene Sampling</a:t>
          </a:r>
          <a:r>
            <a:rPr lang="en-US" sz="1300"/>
            <a:t>: Included 5 random images from each scene to better capture environmental changes.</a:t>
          </a:r>
        </a:p>
      </dgm:t>
    </dgm:pt>
    <dgm:pt modelId="{8DA07E83-6714-41B7-AFE2-61D260CA7C4A}" type="parTrans" cxnId="{982245AC-5F0A-4631-8F47-8FBDB5333912}">
      <dgm:prSet/>
      <dgm:spPr/>
      <dgm:t>
        <a:bodyPr/>
        <a:lstStyle/>
        <a:p>
          <a:endParaRPr lang="en-US" sz="1800"/>
        </a:p>
      </dgm:t>
    </dgm:pt>
    <dgm:pt modelId="{18BDD231-19B6-4A87-8327-AD19CCE4D2B6}" type="sibTrans" cxnId="{982245AC-5F0A-4631-8F47-8FBDB5333912}">
      <dgm:prSet/>
      <dgm:spPr/>
      <dgm:t>
        <a:bodyPr/>
        <a:lstStyle/>
        <a:p>
          <a:endParaRPr lang="en-US" sz="1800"/>
        </a:p>
      </dgm:t>
    </dgm:pt>
    <dgm:pt modelId="{2E789EF0-595C-41A2-8D10-6369F5B3C810}">
      <dgm:prSet custT="1"/>
      <dgm:spPr/>
      <dgm:t>
        <a:bodyPr/>
        <a:lstStyle/>
        <a:p>
          <a:r>
            <a:rPr lang="en-US" sz="1300" b="1" dirty="0"/>
            <a:t>Limitations</a:t>
          </a:r>
          <a:r>
            <a:rPr lang="en-US" sz="1300" dirty="0"/>
            <a:t>:</a:t>
          </a:r>
        </a:p>
      </dgm:t>
    </dgm:pt>
    <dgm:pt modelId="{327871C2-D515-4365-BCF3-5837118CD95D}" type="parTrans" cxnId="{CD5E3FBF-96FB-4E48-8F69-A94FA17C1BB0}">
      <dgm:prSet/>
      <dgm:spPr/>
      <dgm:t>
        <a:bodyPr/>
        <a:lstStyle/>
        <a:p>
          <a:endParaRPr lang="en-US" sz="1800"/>
        </a:p>
      </dgm:t>
    </dgm:pt>
    <dgm:pt modelId="{D0DA72C4-9C83-4068-A906-0F2E805626A8}" type="sibTrans" cxnId="{CD5E3FBF-96FB-4E48-8F69-A94FA17C1BB0}">
      <dgm:prSet/>
      <dgm:spPr/>
      <dgm:t>
        <a:bodyPr/>
        <a:lstStyle/>
        <a:p>
          <a:endParaRPr lang="en-US" sz="1800"/>
        </a:p>
      </dgm:t>
    </dgm:pt>
    <dgm:pt modelId="{FE2CCEF5-2EE9-4E4D-ABBA-71E7258D6D87}">
      <dgm:prSet custT="1"/>
      <dgm:spPr/>
      <dgm:t>
        <a:bodyPr/>
        <a:lstStyle/>
        <a:p>
          <a:r>
            <a:rPr lang="en-US" sz="1300"/>
            <a:t>Cluster could not handle more than 5 images per scene.</a:t>
          </a:r>
        </a:p>
      </dgm:t>
    </dgm:pt>
    <dgm:pt modelId="{119ACDAF-7FC4-41C0-9A15-217F6E3BDD2E}" type="parTrans" cxnId="{E23EB670-D9A8-4F7C-BC60-5274AA6E797A}">
      <dgm:prSet/>
      <dgm:spPr/>
      <dgm:t>
        <a:bodyPr/>
        <a:lstStyle/>
        <a:p>
          <a:endParaRPr lang="en-US" sz="1800"/>
        </a:p>
      </dgm:t>
    </dgm:pt>
    <dgm:pt modelId="{0F5A2FF7-F65B-4BC1-A65A-2ED902603566}" type="sibTrans" cxnId="{E23EB670-D9A8-4F7C-BC60-5274AA6E797A}">
      <dgm:prSet/>
      <dgm:spPr/>
      <dgm:t>
        <a:bodyPr/>
        <a:lstStyle/>
        <a:p>
          <a:endParaRPr lang="en-US" sz="1800"/>
        </a:p>
      </dgm:t>
    </dgm:pt>
    <dgm:pt modelId="{C051FF8F-D9E9-48F1-A214-5E7815C71C2A}">
      <dgm:prSet custT="1"/>
      <dgm:spPr/>
      <dgm:t>
        <a:bodyPr/>
        <a:lstStyle/>
        <a:p>
          <a:r>
            <a:rPr lang="en-US" sz="1300" b="1"/>
            <a:t>Results</a:t>
          </a:r>
          <a:r>
            <a:rPr lang="en-US" sz="1300"/>
            <a:t>:</a:t>
          </a:r>
        </a:p>
      </dgm:t>
    </dgm:pt>
    <dgm:pt modelId="{3DF4B787-3B36-4DE3-857C-A7B86921B85B}" type="parTrans" cxnId="{E217E1BF-23CA-4762-BF03-92F0FC66017D}">
      <dgm:prSet/>
      <dgm:spPr/>
      <dgm:t>
        <a:bodyPr/>
        <a:lstStyle/>
        <a:p>
          <a:endParaRPr lang="en-US" sz="1800"/>
        </a:p>
      </dgm:t>
    </dgm:pt>
    <dgm:pt modelId="{C6D75A63-353C-474C-844D-495B8F1BB4B9}" type="sibTrans" cxnId="{E217E1BF-23CA-4762-BF03-92F0FC66017D}">
      <dgm:prSet/>
      <dgm:spPr/>
      <dgm:t>
        <a:bodyPr/>
        <a:lstStyle/>
        <a:p>
          <a:endParaRPr lang="en-US" sz="1800"/>
        </a:p>
      </dgm:t>
    </dgm:pt>
    <dgm:pt modelId="{714821DD-5150-424C-B31B-AA40D8512260}">
      <dgm:prSet custT="1"/>
      <dgm:spPr/>
      <dgm:t>
        <a:bodyPr/>
        <a:lstStyle/>
        <a:p>
          <a:r>
            <a:rPr lang="en-US" sz="1300" dirty="0"/>
            <a:t>Identified ground truth inaccuracies in daytime and season data.</a:t>
          </a:r>
        </a:p>
      </dgm:t>
    </dgm:pt>
    <dgm:pt modelId="{2B3C7968-EEAD-4E6D-9D83-0AE91CF0A7FB}" type="parTrans" cxnId="{9CE48551-1911-457F-8877-64E9112757AB}">
      <dgm:prSet/>
      <dgm:spPr/>
      <dgm:t>
        <a:bodyPr/>
        <a:lstStyle/>
        <a:p>
          <a:endParaRPr lang="en-US" sz="1800"/>
        </a:p>
      </dgm:t>
    </dgm:pt>
    <dgm:pt modelId="{C5512664-B2BC-4B24-B377-D0E8BB9E15E7}" type="sibTrans" cxnId="{9CE48551-1911-457F-8877-64E9112757AB}">
      <dgm:prSet/>
      <dgm:spPr/>
      <dgm:t>
        <a:bodyPr/>
        <a:lstStyle/>
        <a:p>
          <a:endParaRPr lang="en-US" sz="1800"/>
        </a:p>
      </dgm:t>
    </dgm:pt>
    <dgm:pt modelId="{5EC03414-8245-4890-BF3A-52A35500E5E0}">
      <dgm:prSet custT="1"/>
      <dgm:spPr/>
      <dgm:t>
        <a:bodyPr/>
        <a:lstStyle/>
        <a:p>
          <a:r>
            <a:rPr lang="en-US" sz="1300"/>
            <a:t>Model misinterpreted low sunlight as "dark" or "low light.”</a:t>
          </a:r>
        </a:p>
      </dgm:t>
    </dgm:pt>
    <dgm:pt modelId="{19B3E345-02CC-4BEB-A64D-0EFF38962561}" type="parTrans" cxnId="{0BD63458-0D9D-4525-A313-8F697335347D}">
      <dgm:prSet/>
      <dgm:spPr/>
      <dgm:t>
        <a:bodyPr/>
        <a:lstStyle/>
        <a:p>
          <a:endParaRPr lang="en-US" sz="1800"/>
        </a:p>
      </dgm:t>
    </dgm:pt>
    <dgm:pt modelId="{75F028A0-FE75-48CF-8663-F87BC7463462}" type="sibTrans" cxnId="{0BD63458-0D9D-4525-A313-8F697335347D}">
      <dgm:prSet/>
      <dgm:spPr/>
      <dgm:t>
        <a:bodyPr/>
        <a:lstStyle/>
        <a:p>
          <a:endParaRPr lang="en-US" sz="1800"/>
        </a:p>
      </dgm:t>
    </dgm:pt>
    <dgm:pt modelId="{1A65268F-81FD-4968-8298-3ECEC9F006C7}">
      <dgm:prSet custT="1"/>
      <dgm:spPr/>
      <dgm:t>
        <a:bodyPr/>
        <a:lstStyle/>
        <a:p>
          <a:r>
            <a:rPr lang="en-US" sz="1300" b="1"/>
            <a:t>Prompt Iterations</a:t>
          </a:r>
          <a:r>
            <a:rPr lang="en-US" sz="1300"/>
            <a:t>: Adjusted prompts for lighting accuracy, though the model continued struggling with lighting differentiation.</a:t>
          </a:r>
        </a:p>
      </dgm:t>
    </dgm:pt>
    <dgm:pt modelId="{1221DB12-CA77-455F-B2BB-381107A7A050}" type="parTrans" cxnId="{DBB6C366-4811-4D73-8B08-575504232882}">
      <dgm:prSet/>
      <dgm:spPr/>
      <dgm:t>
        <a:bodyPr/>
        <a:lstStyle/>
        <a:p>
          <a:endParaRPr lang="en-US" sz="1800"/>
        </a:p>
      </dgm:t>
    </dgm:pt>
    <dgm:pt modelId="{3876AB84-40C0-4A25-AA93-BE85048F354E}" type="sibTrans" cxnId="{DBB6C366-4811-4D73-8B08-575504232882}">
      <dgm:prSet/>
      <dgm:spPr/>
      <dgm:t>
        <a:bodyPr/>
        <a:lstStyle/>
        <a:p>
          <a:endParaRPr lang="en-US" sz="1800"/>
        </a:p>
      </dgm:t>
    </dgm:pt>
    <dgm:pt modelId="{E0C4992F-0B7A-4204-AE41-61EF8A95C18E}">
      <dgm:prSet custT="1"/>
      <dgm:spPr/>
      <dgm:t>
        <a:bodyPr/>
        <a:lstStyle/>
        <a:p>
          <a:r>
            <a:rPr lang="en-US" sz="1300" b="1"/>
            <a:t>Differences per Category</a:t>
          </a:r>
          <a:r>
            <a:rPr lang="en-US" sz="1300"/>
            <a:t>: Weather: 2; Area: 1; Daytime: 2; Season: 1; Lighting: 2; Structure: 3; Construction: 2.</a:t>
          </a:r>
        </a:p>
      </dgm:t>
    </dgm:pt>
    <dgm:pt modelId="{247D18A5-5AE3-4502-88AB-0918EAB5BCC7}" type="parTrans" cxnId="{80C34790-DF54-41F0-8ADF-9895A35FBD35}">
      <dgm:prSet/>
      <dgm:spPr/>
      <dgm:t>
        <a:bodyPr/>
        <a:lstStyle/>
        <a:p>
          <a:endParaRPr lang="en-US" sz="1800"/>
        </a:p>
      </dgm:t>
    </dgm:pt>
    <dgm:pt modelId="{C27A7A6F-B66C-40CB-BFFA-1DEFF2E9A05A}" type="sibTrans" cxnId="{80C34790-DF54-41F0-8ADF-9895A35FBD35}">
      <dgm:prSet/>
      <dgm:spPr/>
      <dgm:t>
        <a:bodyPr/>
        <a:lstStyle/>
        <a:p>
          <a:endParaRPr lang="en-US" sz="1800"/>
        </a:p>
      </dgm:t>
    </dgm:pt>
    <dgm:pt modelId="{555862F3-B955-6042-BCF1-2610A5C13B0B}">
      <dgm:prSet custT="1"/>
      <dgm:spPr/>
      <dgm:t>
        <a:bodyPr/>
        <a:lstStyle/>
        <a:p>
          <a:r>
            <a:rPr lang="en-US" sz="1300" dirty="0"/>
            <a:t>Databricks</a:t>
          </a:r>
        </a:p>
      </dgm:t>
    </dgm:pt>
    <dgm:pt modelId="{76500F0E-4C17-F34D-9454-DED8AA459846}" type="parTrans" cxnId="{FFD6B616-DE3F-0947-9BF1-AA4F86FFF876}">
      <dgm:prSet/>
      <dgm:spPr/>
      <dgm:t>
        <a:bodyPr/>
        <a:lstStyle/>
        <a:p>
          <a:endParaRPr lang="en-US" sz="1800"/>
        </a:p>
      </dgm:t>
    </dgm:pt>
    <dgm:pt modelId="{56EB8EDD-750A-3249-A7E2-B2B910DF0B1D}" type="sibTrans" cxnId="{FFD6B616-DE3F-0947-9BF1-AA4F86FFF876}">
      <dgm:prSet/>
      <dgm:spPr/>
      <dgm:t>
        <a:bodyPr/>
        <a:lstStyle/>
        <a:p>
          <a:endParaRPr lang="en-US" sz="1800"/>
        </a:p>
      </dgm:t>
    </dgm:pt>
    <dgm:pt modelId="{70772DE1-278E-EC4A-8CE3-E8DE16B6BC2E}">
      <dgm:prSet custT="1"/>
      <dgm:spPr/>
      <dgm:t>
        <a:bodyPr/>
        <a:lstStyle/>
        <a:p>
          <a:r>
            <a:rPr lang="en-US" sz="1300" dirty="0"/>
            <a:t>Pre-trained LLaVA-v1.6-Mistral-7B-HF from Hugging Face</a:t>
          </a:r>
        </a:p>
      </dgm:t>
    </dgm:pt>
    <dgm:pt modelId="{88839C92-549C-674A-843F-E399C672EB9F}" type="parTrans" cxnId="{1ECEA295-2023-EF40-A8E7-A916798F469B}">
      <dgm:prSet/>
      <dgm:spPr/>
      <dgm:t>
        <a:bodyPr/>
        <a:lstStyle/>
        <a:p>
          <a:endParaRPr lang="en-US" sz="1800"/>
        </a:p>
      </dgm:t>
    </dgm:pt>
    <dgm:pt modelId="{09E6D09B-6F77-0B45-8B64-24C45E37595A}" type="sibTrans" cxnId="{1ECEA295-2023-EF40-A8E7-A916798F469B}">
      <dgm:prSet/>
      <dgm:spPr/>
      <dgm:t>
        <a:bodyPr/>
        <a:lstStyle/>
        <a:p>
          <a:endParaRPr lang="en-US" sz="1800"/>
        </a:p>
      </dgm:t>
    </dgm:pt>
    <dgm:pt modelId="{0F6BBBD0-F81F-734F-9D6B-ED0781CD1610}">
      <dgm:prSet custT="1"/>
      <dgm:spPr/>
      <dgm:t>
        <a:bodyPr/>
        <a:lstStyle/>
        <a:p>
          <a:r>
            <a:rPr lang="en-US" sz="1300" dirty="0"/>
            <a:t> Mini-dataset with 10 scenes</a:t>
          </a:r>
        </a:p>
      </dgm:t>
    </dgm:pt>
    <dgm:pt modelId="{5F44E3C0-F833-484D-BD07-E29A9B2CBEE8}" type="parTrans" cxnId="{5FE49E29-B7E2-3D46-AEB8-E65BB6B2E06A}">
      <dgm:prSet/>
      <dgm:spPr/>
      <dgm:t>
        <a:bodyPr/>
        <a:lstStyle/>
        <a:p>
          <a:endParaRPr lang="en-US" sz="1800"/>
        </a:p>
      </dgm:t>
    </dgm:pt>
    <dgm:pt modelId="{4F71F196-27F2-444C-8DAC-6B77EBC67AE5}" type="sibTrans" cxnId="{5FE49E29-B7E2-3D46-AEB8-E65BB6B2E06A}">
      <dgm:prSet/>
      <dgm:spPr/>
      <dgm:t>
        <a:bodyPr/>
        <a:lstStyle/>
        <a:p>
          <a:endParaRPr lang="en-US" sz="1800"/>
        </a:p>
      </dgm:t>
    </dgm:pt>
    <dgm:pt modelId="{97FFA850-0DC5-5E4A-A9E0-253A5A43C569}" type="pres">
      <dgm:prSet presAssocID="{7E0F3675-3E64-429D-923C-CACE0D7F440E}" presName="linear" presStyleCnt="0">
        <dgm:presLayoutVars>
          <dgm:dir/>
          <dgm:animLvl val="lvl"/>
          <dgm:resizeHandles val="exact"/>
        </dgm:presLayoutVars>
      </dgm:prSet>
      <dgm:spPr/>
    </dgm:pt>
    <dgm:pt modelId="{EEB14797-16E3-F041-BE74-C1076D14B063}" type="pres">
      <dgm:prSet presAssocID="{BBA6653F-8440-43D8-9CAE-625ABBA21473}" presName="parentLin" presStyleCnt="0"/>
      <dgm:spPr/>
    </dgm:pt>
    <dgm:pt modelId="{133F9D9B-810C-414F-8586-618AD6A55508}" type="pres">
      <dgm:prSet presAssocID="{BBA6653F-8440-43D8-9CAE-625ABBA21473}" presName="parentLeftMargin" presStyleLbl="node1" presStyleIdx="0" presStyleCnt="6"/>
      <dgm:spPr/>
    </dgm:pt>
    <dgm:pt modelId="{4355B90B-BC04-9846-B02B-0FEDC96DCA04}" type="pres">
      <dgm:prSet presAssocID="{BBA6653F-8440-43D8-9CAE-625ABBA21473}" presName="parentText" presStyleLbl="node1" presStyleIdx="0" presStyleCnt="6">
        <dgm:presLayoutVars>
          <dgm:chMax val="0"/>
          <dgm:bulletEnabled val="1"/>
        </dgm:presLayoutVars>
      </dgm:prSet>
      <dgm:spPr/>
    </dgm:pt>
    <dgm:pt modelId="{B7504DD5-B668-7341-891C-1AE8A617E3D6}" type="pres">
      <dgm:prSet presAssocID="{BBA6653F-8440-43D8-9CAE-625ABBA21473}" presName="negativeSpace" presStyleCnt="0"/>
      <dgm:spPr/>
    </dgm:pt>
    <dgm:pt modelId="{CF99C0AF-74E1-4D4D-B014-FAE5392C6943}" type="pres">
      <dgm:prSet presAssocID="{BBA6653F-8440-43D8-9CAE-625ABBA21473}" presName="childText" presStyleLbl="conFgAcc1" presStyleIdx="0" presStyleCnt="6">
        <dgm:presLayoutVars>
          <dgm:bulletEnabled val="1"/>
        </dgm:presLayoutVars>
      </dgm:prSet>
      <dgm:spPr/>
    </dgm:pt>
    <dgm:pt modelId="{AB693B41-EFDF-D343-BAF5-E3A7D40FF663}" type="pres">
      <dgm:prSet presAssocID="{77BF63C1-3A40-43E0-9449-99CEEFF99E21}" presName="spaceBetweenRectangles" presStyleCnt="0"/>
      <dgm:spPr/>
    </dgm:pt>
    <dgm:pt modelId="{D4B56BDB-3932-6346-A51A-7A63AA5460C4}" type="pres">
      <dgm:prSet presAssocID="{6FDF3177-ED17-4337-B68F-CB895E3B692D}" presName="parentLin" presStyleCnt="0"/>
      <dgm:spPr/>
    </dgm:pt>
    <dgm:pt modelId="{17F46516-BC5E-D04F-BBB5-892574F0D272}" type="pres">
      <dgm:prSet presAssocID="{6FDF3177-ED17-4337-B68F-CB895E3B692D}" presName="parentLeftMargin" presStyleLbl="node1" presStyleIdx="0" presStyleCnt="6"/>
      <dgm:spPr/>
    </dgm:pt>
    <dgm:pt modelId="{01AB9079-5B12-834F-9986-1CEBC9EB3C30}" type="pres">
      <dgm:prSet presAssocID="{6FDF3177-ED17-4337-B68F-CB895E3B692D}" presName="parentText" presStyleLbl="node1" presStyleIdx="1" presStyleCnt="6">
        <dgm:presLayoutVars>
          <dgm:chMax val="0"/>
          <dgm:bulletEnabled val="1"/>
        </dgm:presLayoutVars>
      </dgm:prSet>
      <dgm:spPr/>
    </dgm:pt>
    <dgm:pt modelId="{DCC6583D-6398-C540-80D3-4887C8996E3F}" type="pres">
      <dgm:prSet presAssocID="{6FDF3177-ED17-4337-B68F-CB895E3B692D}" presName="negativeSpace" presStyleCnt="0"/>
      <dgm:spPr/>
    </dgm:pt>
    <dgm:pt modelId="{EFFD7EA6-70D8-D94F-9BFB-637FB8F9CC82}" type="pres">
      <dgm:prSet presAssocID="{6FDF3177-ED17-4337-B68F-CB895E3B692D}" presName="childText" presStyleLbl="conFgAcc1" presStyleIdx="1" presStyleCnt="6">
        <dgm:presLayoutVars>
          <dgm:bulletEnabled val="1"/>
        </dgm:presLayoutVars>
      </dgm:prSet>
      <dgm:spPr/>
    </dgm:pt>
    <dgm:pt modelId="{D89BC6C5-B06C-6E40-8839-ECCE0248D2F3}" type="pres">
      <dgm:prSet presAssocID="{EC349A68-4354-459B-8B85-D3ED1979061F}" presName="spaceBetweenRectangles" presStyleCnt="0"/>
      <dgm:spPr/>
    </dgm:pt>
    <dgm:pt modelId="{BECB61CA-84D2-C44A-AF93-1D020FACB27D}" type="pres">
      <dgm:prSet presAssocID="{67C95CD6-4893-40D8-BF1C-713088DF9D50}" presName="parentLin" presStyleCnt="0"/>
      <dgm:spPr/>
    </dgm:pt>
    <dgm:pt modelId="{0EFECAD1-1D49-B843-AD21-44EABC6FE37B}" type="pres">
      <dgm:prSet presAssocID="{67C95CD6-4893-40D8-BF1C-713088DF9D50}" presName="parentLeftMargin" presStyleLbl="node1" presStyleIdx="1" presStyleCnt="6"/>
      <dgm:spPr/>
    </dgm:pt>
    <dgm:pt modelId="{D72A2B92-1A63-B444-A781-BF1BAC9472F7}" type="pres">
      <dgm:prSet presAssocID="{67C95CD6-4893-40D8-BF1C-713088DF9D50}" presName="parentText" presStyleLbl="node1" presStyleIdx="2" presStyleCnt="6">
        <dgm:presLayoutVars>
          <dgm:chMax val="0"/>
          <dgm:bulletEnabled val="1"/>
        </dgm:presLayoutVars>
      </dgm:prSet>
      <dgm:spPr/>
    </dgm:pt>
    <dgm:pt modelId="{A8BF16D8-29C9-1648-9D3F-41B260A2F5D2}" type="pres">
      <dgm:prSet presAssocID="{67C95CD6-4893-40D8-BF1C-713088DF9D50}" presName="negativeSpace" presStyleCnt="0"/>
      <dgm:spPr/>
    </dgm:pt>
    <dgm:pt modelId="{8EC8BD89-C534-6840-8CD5-A9D80EE6F1EA}" type="pres">
      <dgm:prSet presAssocID="{67C95CD6-4893-40D8-BF1C-713088DF9D50}" presName="childText" presStyleLbl="conFgAcc1" presStyleIdx="2" presStyleCnt="6">
        <dgm:presLayoutVars>
          <dgm:bulletEnabled val="1"/>
        </dgm:presLayoutVars>
      </dgm:prSet>
      <dgm:spPr/>
    </dgm:pt>
    <dgm:pt modelId="{7BFC5E66-01DE-6C4C-9783-76B92C038F0B}" type="pres">
      <dgm:prSet presAssocID="{D4511A6F-A137-4087-B43A-C583B70EAE99}" presName="spaceBetweenRectangles" presStyleCnt="0"/>
      <dgm:spPr/>
    </dgm:pt>
    <dgm:pt modelId="{4DBF91DF-ABB8-3346-B6DF-1D709DE57AA7}" type="pres">
      <dgm:prSet presAssocID="{3905B2BF-5724-4C39-B920-21E1F420543A}" presName="parentLin" presStyleCnt="0"/>
      <dgm:spPr/>
    </dgm:pt>
    <dgm:pt modelId="{82B56A47-D8E2-7341-AAEA-E2667F1235A8}" type="pres">
      <dgm:prSet presAssocID="{3905B2BF-5724-4C39-B920-21E1F420543A}" presName="parentLeftMargin" presStyleLbl="node1" presStyleIdx="2" presStyleCnt="6"/>
      <dgm:spPr/>
    </dgm:pt>
    <dgm:pt modelId="{EF390595-DF79-0E41-B184-3CB7A0189FC6}" type="pres">
      <dgm:prSet presAssocID="{3905B2BF-5724-4C39-B920-21E1F420543A}" presName="parentText" presStyleLbl="node1" presStyleIdx="3" presStyleCnt="6">
        <dgm:presLayoutVars>
          <dgm:chMax val="0"/>
          <dgm:bulletEnabled val="1"/>
        </dgm:presLayoutVars>
      </dgm:prSet>
      <dgm:spPr/>
    </dgm:pt>
    <dgm:pt modelId="{E50B32CD-7512-4F48-BE30-1460EFC39047}" type="pres">
      <dgm:prSet presAssocID="{3905B2BF-5724-4C39-B920-21E1F420543A}" presName="negativeSpace" presStyleCnt="0"/>
      <dgm:spPr/>
    </dgm:pt>
    <dgm:pt modelId="{ACF0F5A8-14B0-014E-B11D-7EC36BB8101D}" type="pres">
      <dgm:prSet presAssocID="{3905B2BF-5724-4C39-B920-21E1F420543A}" presName="childText" presStyleLbl="conFgAcc1" presStyleIdx="3" presStyleCnt="6">
        <dgm:presLayoutVars>
          <dgm:bulletEnabled val="1"/>
        </dgm:presLayoutVars>
      </dgm:prSet>
      <dgm:spPr/>
    </dgm:pt>
    <dgm:pt modelId="{09C500A4-335C-9F48-89A2-3E1586A0D7EE}" type="pres">
      <dgm:prSet presAssocID="{3E2F3DD2-5E45-4F0F-ACD7-50CFB9345A9D}" presName="spaceBetweenRectangles" presStyleCnt="0"/>
      <dgm:spPr/>
    </dgm:pt>
    <dgm:pt modelId="{B5E7D57D-C1B5-9E4D-9EC4-4BBA3A98A549}" type="pres">
      <dgm:prSet presAssocID="{2E789EF0-595C-41A2-8D10-6369F5B3C810}" presName="parentLin" presStyleCnt="0"/>
      <dgm:spPr/>
    </dgm:pt>
    <dgm:pt modelId="{2D5CD72A-EFE4-5243-9E6F-0C3FAC410276}" type="pres">
      <dgm:prSet presAssocID="{2E789EF0-595C-41A2-8D10-6369F5B3C810}" presName="parentLeftMargin" presStyleLbl="node1" presStyleIdx="3" presStyleCnt="6"/>
      <dgm:spPr/>
    </dgm:pt>
    <dgm:pt modelId="{E66C417C-FCE9-3741-91C6-5A5C2069DB73}" type="pres">
      <dgm:prSet presAssocID="{2E789EF0-595C-41A2-8D10-6369F5B3C810}" presName="parentText" presStyleLbl="node1" presStyleIdx="4" presStyleCnt="6">
        <dgm:presLayoutVars>
          <dgm:chMax val="0"/>
          <dgm:bulletEnabled val="1"/>
        </dgm:presLayoutVars>
      </dgm:prSet>
      <dgm:spPr/>
    </dgm:pt>
    <dgm:pt modelId="{329F646A-7A07-644E-B6D4-3BC6E5B2D5D8}" type="pres">
      <dgm:prSet presAssocID="{2E789EF0-595C-41A2-8D10-6369F5B3C810}" presName="negativeSpace" presStyleCnt="0"/>
      <dgm:spPr/>
    </dgm:pt>
    <dgm:pt modelId="{6D7AD610-99E1-BC41-A506-CDFA3F48A3F1}" type="pres">
      <dgm:prSet presAssocID="{2E789EF0-595C-41A2-8D10-6369F5B3C810}" presName="childText" presStyleLbl="conFgAcc1" presStyleIdx="4" presStyleCnt="6">
        <dgm:presLayoutVars>
          <dgm:bulletEnabled val="1"/>
        </dgm:presLayoutVars>
      </dgm:prSet>
      <dgm:spPr/>
    </dgm:pt>
    <dgm:pt modelId="{CAEAF5A7-9DFB-9E48-B62D-6EF87CD40F70}" type="pres">
      <dgm:prSet presAssocID="{D0DA72C4-9C83-4068-A906-0F2E805626A8}" presName="spaceBetweenRectangles" presStyleCnt="0"/>
      <dgm:spPr/>
    </dgm:pt>
    <dgm:pt modelId="{6EBCA33F-3C07-D94E-927D-9A271F9B05D1}" type="pres">
      <dgm:prSet presAssocID="{C051FF8F-D9E9-48F1-A214-5E7815C71C2A}" presName="parentLin" presStyleCnt="0"/>
      <dgm:spPr/>
    </dgm:pt>
    <dgm:pt modelId="{8F3386E1-A9E6-A84A-9605-13640AEEAADA}" type="pres">
      <dgm:prSet presAssocID="{C051FF8F-D9E9-48F1-A214-5E7815C71C2A}" presName="parentLeftMargin" presStyleLbl="node1" presStyleIdx="4" presStyleCnt="6"/>
      <dgm:spPr/>
    </dgm:pt>
    <dgm:pt modelId="{C8052E2F-70D1-5F45-BA0D-1C335D46AF74}" type="pres">
      <dgm:prSet presAssocID="{C051FF8F-D9E9-48F1-A214-5E7815C71C2A}" presName="parentText" presStyleLbl="node1" presStyleIdx="5" presStyleCnt="6">
        <dgm:presLayoutVars>
          <dgm:chMax val="0"/>
          <dgm:bulletEnabled val="1"/>
        </dgm:presLayoutVars>
      </dgm:prSet>
      <dgm:spPr/>
    </dgm:pt>
    <dgm:pt modelId="{65B39E68-633F-0A45-B099-847026DE147A}" type="pres">
      <dgm:prSet presAssocID="{C051FF8F-D9E9-48F1-A214-5E7815C71C2A}" presName="negativeSpace" presStyleCnt="0"/>
      <dgm:spPr/>
    </dgm:pt>
    <dgm:pt modelId="{04DCB063-EA6E-464D-95B5-A5CF3DAE1251}" type="pres">
      <dgm:prSet presAssocID="{C051FF8F-D9E9-48F1-A214-5E7815C71C2A}" presName="childText" presStyleLbl="conFgAcc1" presStyleIdx="5" presStyleCnt="6">
        <dgm:presLayoutVars>
          <dgm:bulletEnabled val="1"/>
        </dgm:presLayoutVars>
      </dgm:prSet>
      <dgm:spPr/>
    </dgm:pt>
  </dgm:ptLst>
  <dgm:cxnLst>
    <dgm:cxn modelId="{C04ADE04-427D-4046-B798-ACA386BC4AFD}" type="presOf" srcId="{2E789EF0-595C-41A2-8D10-6369F5B3C810}" destId="{E66C417C-FCE9-3741-91C6-5A5C2069DB73}" srcOrd="1" destOrd="0" presId="urn:microsoft.com/office/officeart/2005/8/layout/list1"/>
    <dgm:cxn modelId="{A027970B-7CD7-9C47-A1B3-2FF37870661A}" type="presOf" srcId="{6FDF3177-ED17-4337-B68F-CB895E3B692D}" destId="{17F46516-BC5E-D04F-BBB5-892574F0D272}" srcOrd="0" destOrd="0" presId="urn:microsoft.com/office/officeart/2005/8/layout/list1"/>
    <dgm:cxn modelId="{CC3BA614-F03B-F448-858F-1C5D6AA2F40D}" type="presOf" srcId="{5EC03414-8245-4890-BF3A-52A35500E5E0}" destId="{04DCB063-EA6E-464D-95B5-A5CF3DAE1251}" srcOrd="0" destOrd="1" presId="urn:microsoft.com/office/officeart/2005/8/layout/list1"/>
    <dgm:cxn modelId="{FFD6B616-DE3F-0947-9BF1-AA4F86FFF876}" srcId="{BBA6653F-8440-43D8-9CAE-625ABBA21473}" destId="{555862F3-B955-6042-BCF1-2610A5C13B0B}" srcOrd="0" destOrd="0" parTransId="{76500F0E-4C17-F34D-9454-DED8AA459846}" sibTransId="{56EB8EDD-750A-3249-A7E2-B2B910DF0B1D}"/>
    <dgm:cxn modelId="{D8E41A1A-780C-E340-9574-34DAC78FB662}" type="presOf" srcId="{70772DE1-278E-EC4A-8CE3-E8DE16B6BC2E}" destId="{EFFD7EA6-70D8-D94F-9BFB-637FB8F9CC82}" srcOrd="0" destOrd="0" presId="urn:microsoft.com/office/officeart/2005/8/layout/list1"/>
    <dgm:cxn modelId="{4ECC8F23-5484-B848-8418-859C7680298E}" type="presOf" srcId="{BBA6653F-8440-43D8-9CAE-625ABBA21473}" destId="{4355B90B-BC04-9846-B02B-0FEDC96DCA04}" srcOrd="1" destOrd="0" presId="urn:microsoft.com/office/officeart/2005/8/layout/list1"/>
    <dgm:cxn modelId="{5FE49E29-B7E2-3D46-AEB8-E65BB6B2E06A}" srcId="{67C95CD6-4893-40D8-BF1C-713088DF9D50}" destId="{0F6BBBD0-F81F-734F-9D6B-ED0781CD1610}" srcOrd="0" destOrd="0" parTransId="{5F44E3C0-F833-484D-BD07-E29A9B2CBEE8}" sibTransId="{4F71F196-27F2-444C-8DAC-6B77EBC67AE5}"/>
    <dgm:cxn modelId="{5C1A9743-F681-674E-9322-2A5AE342CBDE}" type="presOf" srcId="{555862F3-B955-6042-BCF1-2610A5C13B0B}" destId="{CF99C0AF-74E1-4D4D-B014-FAE5392C6943}" srcOrd="0" destOrd="0" presId="urn:microsoft.com/office/officeart/2005/8/layout/list1"/>
    <dgm:cxn modelId="{8631B54A-BEE4-554D-BA16-71779E133913}" type="presOf" srcId="{3905B2BF-5724-4C39-B920-21E1F420543A}" destId="{EF390595-DF79-0E41-B184-3CB7A0189FC6}" srcOrd="1" destOrd="0" presId="urn:microsoft.com/office/officeart/2005/8/layout/list1"/>
    <dgm:cxn modelId="{9CE48551-1911-457F-8877-64E9112757AB}" srcId="{C051FF8F-D9E9-48F1-A214-5E7815C71C2A}" destId="{714821DD-5150-424C-B31B-AA40D8512260}" srcOrd="0" destOrd="0" parTransId="{2B3C7968-EEAD-4E6D-9D83-0AE91CF0A7FB}" sibTransId="{C5512664-B2BC-4B24-B377-D0E8BB9E15E7}"/>
    <dgm:cxn modelId="{5CBDC455-B14B-7C41-88B6-7DC5401E933B}" type="presOf" srcId="{C051FF8F-D9E9-48F1-A214-5E7815C71C2A}" destId="{C8052E2F-70D1-5F45-BA0D-1C335D46AF74}" srcOrd="1" destOrd="0" presId="urn:microsoft.com/office/officeart/2005/8/layout/list1"/>
    <dgm:cxn modelId="{0BD63458-0D9D-4525-A313-8F697335347D}" srcId="{C051FF8F-D9E9-48F1-A214-5E7815C71C2A}" destId="{5EC03414-8245-4890-BF3A-52A35500E5E0}" srcOrd="1" destOrd="0" parTransId="{19B3E345-02CC-4BEB-A64D-0EFF38962561}" sibTransId="{75F028A0-FE75-48CF-8663-F87BC7463462}"/>
    <dgm:cxn modelId="{35DFE065-DD1D-4F4A-AAAE-02164E79F15F}" type="presOf" srcId="{7E0F3675-3E64-429D-923C-CACE0D7F440E}" destId="{97FFA850-0DC5-5E4A-A9E0-253A5A43C569}" srcOrd="0" destOrd="0" presId="urn:microsoft.com/office/officeart/2005/8/layout/list1"/>
    <dgm:cxn modelId="{DBB6C366-4811-4D73-8B08-575504232882}" srcId="{C051FF8F-D9E9-48F1-A214-5E7815C71C2A}" destId="{1A65268F-81FD-4968-8298-3ECEC9F006C7}" srcOrd="2" destOrd="0" parTransId="{1221DB12-CA77-455F-B2BB-381107A7A050}" sibTransId="{3876AB84-40C0-4A25-AA93-BE85048F354E}"/>
    <dgm:cxn modelId="{E23EB670-D9A8-4F7C-BC60-5274AA6E797A}" srcId="{2E789EF0-595C-41A2-8D10-6369F5B3C810}" destId="{FE2CCEF5-2EE9-4E4D-ABBA-71E7258D6D87}" srcOrd="0" destOrd="0" parTransId="{119ACDAF-7FC4-41C0-9A15-217F6E3BDD2E}" sibTransId="{0F5A2FF7-F65B-4BC1-A65A-2ED902603566}"/>
    <dgm:cxn modelId="{753D8B8A-393B-4945-8250-55EFD2C2509A}" type="presOf" srcId="{BBA6653F-8440-43D8-9CAE-625ABBA21473}" destId="{133F9D9B-810C-414F-8586-618AD6A55508}" srcOrd="0" destOrd="0" presId="urn:microsoft.com/office/officeart/2005/8/layout/list1"/>
    <dgm:cxn modelId="{FE0B808B-4905-1048-8DFD-2F46F42E7D63}" type="presOf" srcId="{6FDF3177-ED17-4337-B68F-CB895E3B692D}" destId="{01AB9079-5B12-834F-9986-1CEBC9EB3C30}" srcOrd="1" destOrd="0" presId="urn:microsoft.com/office/officeart/2005/8/layout/list1"/>
    <dgm:cxn modelId="{80C34790-DF54-41F0-8ADF-9895A35FBD35}" srcId="{C051FF8F-D9E9-48F1-A214-5E7815C71C2A}" destId="{E0C4992F-0B7A-4204-AE41-61EF8A95C18E}" srcOrd="3" destOrd="0" parTransId="{247D18A5-5AE3-4502-88AB-0918EAB5BCC7}" sibTransId="{C27A7A6F-B66C-40CB-BFFA-1DEFF2E9A05A}"/>
    <dgm:cxn modelId="{1ECEA295-2023-EF40-A8E7-A916798F469B}" srcId="{6FDF3177-ED17-4337-B68F-CB895E3B692D}" destId="{70772DE1-278E-EC4A-8CE3-E8DE16B6BC2E}" srcOrd="0" destOrd="0" parTransId="{88839C92-549C-674A-843F-E399C672EB9F}" sibTransId="{09E6D09B-6F77-0B45-8B64-24C45E37595A}"/>
    <dgm:cxn modelId="{3B271699-7935-4D53-935E-4FF16A2BCB18}" srcId="{7E0F3675-3E64-429D-923C-CACE0D7F440E}" destId="{6FDF3177-ED17-4337-B68F-CB895E3B692D}" srcOrd="1" destOrd="0" parTransId="{1ED31992-13A7-4D6A-A1E3-79574715288D}" sibTransId="{EC349A68-4354-459B-8B85-D3ED1979061F}"/>
    <dgm:cxn modelId="{CE861F9A-3CAC-9148-9003-87DEEBE4FBD8}" type="presOf" srcId="{67C95CD6-4893-40D8-BF1C-713088DF9D50}" destId="{0EFECAD1-1D49-B843-AD21-44EABC6FE37B}" srcOrd="0" destOrd="0" presId="urn:microsoft.com/office/officeart/2005/8/layout/list1"/>
    <dgm:cxn modelId="{42202BA2-173A-7C41-938E-09A26472D756}" type="presOf" srcId="{C051FF8F-D9E9-48F1-A214-5E7815C71C2A}" destId="{8F3386E1-A9E6-A84A-9605-13640AEEAADA}" srcOrd="0" destOrd="0" presId="urn:microsoft.com/office/officeart/2005/8/layout/list1"/>
    <dgm:cxn modelId="{355EF4A8-9E47-2441-9463-D8A7DE65ECAE}" type="presOf" srcId="{1A65268F-81FD-4968-8298-3ECEC9F006C7}" destId="{04DCB063-EA6E-464D-95B5-A5CF3DAE1251}" srcOrd="0" destOrd="2" presId="urn:microsoft.com/office/officeart/2005/8/layout/list1"/>
    <dgm:cxn modelId="{982245AC-5F0A-4631-8F47-8FBDB5333912}" srcId="{3905B2BF-5724-4C39-B920-21E1F420543A}" destId="{BDB51837-9BC3-4051-855D-37FC08B90324}" srcOrd="0" destOrd="0" parTransId="{8DA07E83-6714-41B7-AFE2-61D260CA7C4A}" sibTransId="{18BDD231-19B6-4A87-8327-AD19CCE4D2B6}"/>
    <dgm:cxn modelId="{F488FDB9-6483-9346-9A26-EB34501A989A}" type="presOf" srcId="{FE2CCEF5-2EE9-4E4D-ABBA-71E7258D6D87}" destId="{6D7AD610-99E1-BC41-A506-CDFA3F48A3F1}" srcOrd="0" destOrd="0" presId="urn:microsoft.com/office/officeart/2005/8/layout/list1"/>
    <dgm:cxn modelId="{7F5653BD-B17D-4454-B639-A40B65D09AF6}" srcId="{7E0F3675-3E64-429D-923C-CACE0D7F440E}" destId="{BBA6653F-8440-43D8-9CAE-625ABBA21473}" srcOrd="0" destOrd="0" parTransId="{94EE72C4-60F8-41D4-B451-F4CAE73AF9D8}" sibTransId="{77BF63C1-3A40-43E0-9449-99CEEFF99E21}"/>
    <dgm:cxn modelId="{CD5E3FBF-96FB-4E48-8F69-A94FA17C1BB0}" srcId="{7E0F3675-3E64-429D-923C-CACE0D7F440E}" destId="{2E789EF0-595C-41A2-8D10-6369F5B3C810}" srcOrd="4" destOrd="0" parTransId="{327871C2-D515-4365-BCF3-5837118CD95D}" sibTransId="{D0DA72C4-9C83-4068-A906-0F2E805626A8}"/>
    <dgm:cxn modelId="{E217E1BF-23CA-4762-BF03-92F0FC66017D}" srcId="{7E0F3675-3E64-429D-923C-CACE0D7F440E}" destId="{C051FF8F-D9E9-48F1-A214-5E7815C71C2A}" srcOrd="5" destOrd="0" parTransId="{3DF4B787-3B36-4DE3-857C-A7B86921B85B}" sibTransId="{C6D75A63-353C-474C-844D-495B8F1BB4B9}"/>
    <dgm:cxn modelId="{F6D7C0C1-DF75-9142-B74D-DE849C792BAB}" type="presOf" srcId="{BDB51837-9BC3-4051-855D-37FC08B90324}" destId="{ACF0F5A8-14B0-014E-B11D-7EC36BB8101D}" srcOrd="0" destOrd="0" presId="urn:microsoft.com/office/officeart/2005/8/layout/list1"/>
    <dgm:cxn modelId="{24224FC8-F3AC-7D4A-B861-9484A9D97F18}" type="presOf" srcId="{0F6BBBD0-F81F-734F-9D6B-ED0781CD1610}" destId="{8EC8BD89-C534-6840-8CD5-A9D80EE6F1EA}" srcOrd="0" destOrd="0" presId="urn:microsoft.com/office/officeart/2005/8/layout/list1"/>
    <dgm:cxn modelId="{84D6A8C8-BF1E-F444-8B06-7A095A977A77}" type="presOf" srcId="{67C95CD6-4893-40D8-BF1C-713088DF9D50}" destId="{D72A2B92-1A63-B444-A781-BF1BAC9472F7}" srcOrd="1" destOrd="0" presId="urn:microsoft.com/office/officeart/2005/8/layout/list1"/>
    <dgm:cxn modelId="{CEC7C6CB-FE47-9F4A-AB49-B2190B6AE568}" type="presOf" srcId="{714821DD-5150-424C-B31B-AA40D8512260}" destId="{04DCB063-EA6E-464D-95B5-A5CF3DAE1251}" srcOrd="0" destOrd="0" presId="urn:microsoft.com/office/officeart/2005/8/layout/list1"/>
    <dgm:cxn modelId="{BFD2DBE4-9743-FF4B-A76E-A2CC0C62FB66}" type="presOf" srcId="{3905B2BF-5724-4C39-B920-21E1F420543A}" destId="{82B56A47-D8E2-7341-AAEA-E2667F1235A8}" srcOrd="0" destOrd="0" presId="urn:microsoft.com/office/officeart/2005/8/layout/list1"/>
    <dgm:cxn modelId="{4613B4F3-0DDA-4848-993B-7255940839B9}" type="presOf" srcId="{2E789EF0-595C-41A2-8D10-6369F5B3C810}" destId="{2D5CD72A-EFE4-5243-9E6F-0C3FAC410276}" srcOrd="0" destOrd="0" presId="urn:microsoft.com/office/officeart/2005/8/layout/list1"/>
    <dgm:cxn modelId="{F823D7F5-A8FA-FC41-8827-212211F017E0}" type="presOf" srcId="{E0C4992F-0B7A-4204-AE41-61EF8A95C18E}" destId="{04DCB063-EA6E-464D-95B5-A5CF3DAE1251}" srcOrd="0" destOrd="3" presId="urn:microsoft.com/office/officeart/2005/8/layout/list1"/>
    <dgm:cxn modelId="{4B960AF9-A0E9-43CC-9D6D-332DAE241307}" srcId="{7E0F3675-3E64-429D-923C-CACE0D7F440E}" destId="{67C95CD6-4893-40D8-BF1C-713088DF9D50}" srcOrd="2" destOrd="0" parTransId="{CA5C5842-D386-47C9-AE33-18C4D317080F}" sibTransId="{D4511A6F-A137-4087-B43A-C583B70EAE99}"/>
    <dgm:cxn modelId="{071885FF-7DE6-4F68-8E21-308547376952}" srcId="{7E0F3675-3E64-429D-923C-CACE0D7F440E}" destId="{3905B2BF-5724-4C39-B920-21E1F420543A}" srcOrd="3" destOrd="0" parTransId="{1326F698-697E-4D0E-856C-4A394F61EF0E}" sibTransId="{3E2F3DD2-5E45-4F0F-ACD7-50CFB9345A9D}"/>
    <dgm:cxn modelId="{9EE27C62-BE47-5B4D-8096-3D118ECEC876}" type="presParOf" srcId="{97FFA850-0DC5-5E4A-A9E0-253A5A43C569}" destId="{EEB14797-16E3-F041-BE74-C1076D14B063}" srcOrd="0" destOrd="0" presId="urn:microsoft.com/office/officeart/2005/8/layout/list1"/>
    <dgm:cxn modelId="{609C560E-424C-F04E-A8BF-468BE69D5DF5}" type="presParOf" srcId="{EEB14797-16E3-F041-BE74-C1076D14B063}" destId="{133F9D9B-810C-414F-8586-618AD6A55508}" srcOrd="0" destOrd="0" presId="urn:microsoft.com/office/officeart/2005/8/layout/list1"/>
    <dgm:cxn modelId="{2515CCDC-8DD9-BA4D-81F2-15A830E44C6B}" type="presParOf" srcId="{EEB14797-16E3-F041-BE74-C1076D14B063}" destId="{4355B90B-BC04-9846-B02B-0FEDC96DCA04}" srcOrd="1" destOrd="0" presId="urn:microsoft.com/office/officeart/2005/8/layout/list1"/>
    <dgm:cxn modelId="{2B3A9052-3299-864B-BDC0-C6C83DFF40E8}" type="presParOf" srcId="{97FFA850-0DC5-5E4A-A9E0-253A5A43C569}" destId="{B7504DD5-B668-7341-891C-1AE8A617E3D6}" srcOrd="1" destOrd="0" presId="urn:microsoft.com/office/officeart/2005/8/layout/list1"/>
    <dgm:cxn modelId="{F14B410F-C023-814D-AD74-BAAABD6097B0}" type="presParOf" srcId="{97FFA850-0DC5-5E4A-A9E0-253A5A43C569}" destId="{CF99C0AF-74E1-4D4D-B014-FAE5392C6943}" srcOrd="2" destOrd="0" presId="urn:microsoft.com/office/officeart/2005/8/layout/list1"/>
    <dgm:cxn modelId="{C85E0497-AC17-3044-9787-3E8F8AC4599A}" type="presParOf" srcId="{97FFA850-0DC5-5E4A-A9E0-253A5A43C569}" destId="{AB693B41-EFDF-D343-BAF5-E3A7D40FF663}" srcOrd="3" destOrd="0" presId="urn:microsoft.com/office/officeart/2005/8/layout/list1"/>
    <dgm:cxn modelId="{1E9C3C2E-3707-804E-B553-3A5C302992A4}" type="presParOf" srcId="{97FFA850-0DC5-5E4A-A9E0-253A5A43C569}" destId="{D4B56BDB-3932-6346-A51A-7A63AA5460C4}" srcOrd="4" destOrd="0" presId="urn:microsoft.com/office/officeart/2005/8/layout/list1"/>
    <dgm:cxn modelId="{8A76A89F-A34A-BD47-BC6E-7A70DB5692CD}" type="presParOf" srcId="{D4B56BDB-3932-6346-A51A-7A63AA5460C4}" destId="{17F46516-BC5E-D04F-BBB5-892574F0D272}" srcOrd="0" destOrd="0" presId="urn:microsoft.com/office/officeart/2005/8/layout/list1"/>
    <dgm:cxn modelId="{ECAED1C1-4C93-3B48-BF56-9759D71439B0}" type="presParOf" srcId="{D4B56BDB-3932-6346-A51A-7A63AA5460C4}" destId="{01AB9079-5B12-834F-9986-1CEBC9EB3C30}" srcOrd="1" destOrd="0" presId="urn:microsoft.com/office/officeart/2005/8/layout/list1"/>
    <dgm:cxn modelId="{1D87F685-0036-D94A-8508-F5B397F228D9}" type="presParOf" srcId="{97FFA850-0DC5-5E4A-A9E0-253A5A43C569}" destId="{DCC6583D-6398-C540-80D3-4887C8996E3F}" srcOrd="5" destOrd="0" presId="urn:microsoft.com/office/officeart/2005/8/layout/list1"/>
    <dgm:cxn modelId="{F0DD3B74-9183-9F45-843A-C3B6EC886A1B}" type="presParOf" srcId="{97FFA850-0DC5-5E4A-A9E0-253A5A43C569}" destId="{EFFD7EA6-70D8-D94F-9BFB-637FB8F9CC82}" srcOrd="6" destOrd="0" presId="urn:microsoft.com/office/officeart/2005/8/layout/list1"/>
    <dgm:cxn modelId="{36DE3DC5-361B-4642-9FAE-B0F24A9D7D76}" type="presParOf" srcId="{97FFA850-0DC5-5E4A-A9E0-253A5A43C569}" destId="{D89BC6C5-B06C-6E40-8839-ECCE0248D2F3}" srcOrd="7" destOrd="0" presId="urn:microsoft.com/office/officeart/2005/8/layout/list1"/>
    <dgm:cxn modelId="{60FF5C51-2202-ED4A-B438-FEEC4140E405}" type="presParOf" srcId="{97FFA850-0DC5-5E4A-A9E0-253A5A43C569}" destId="{BECB61CA-84D2-C44A-AF93-1D020FACB27D}" srcOrd="8" destOrd="0" presId="urn:microsoft.com/office/officeart/2005/8/layout/list1"/>
    <dgm:cxn modelId="{14B0CB5C-2622-4645-B145-C472F991CAF5}" type="presParOf" srcId="{BECB61CA-84D2-C44A-AF93-1D020FACB27D}" destId="{0EFECAD1-1D49-B843-AD21-44EABC6FE37B}" srcOrd="0" destOrd="0" presId="urn:microsoft.com/office/officeart/2005/8/layout/list1"/>
    <dgm:cxn modelId="{437825FD-CE19-2449-B981-06D2B57413FF}" type="presParOf" srcId="{BECB61CA-84D2-C44A-AF93-1D020FACB27D}" destId="{D72A2B92-1A63-B444-A781-BF1BAC9472F7}" srcOrd="1" destOrd="0" presId="urn:microsoft.com/office/officeart/2005/8/layout/list1"/>
    <dgm:cxn modelId="{C707B8F6-4A3D-274D-B2C7-A33BB6BBEBA5}" type="presParOf" srcId="{97FFA850-0DC5-5E4A-A9E0-253A5A43C569}" destId="{A8BF16D8-29C9-1648-9D3F-41B260A2F5D2}" srcOrd="9" destOrd="0" presId="urn:microsoft.com/office/officeart/2005/8/layout/list1"/>
    <dgm:cxn modelId="{ECBB8FE8-2109-CF42-A222-4EAD7E311D7D}" type="presParOf" srcId="{97FFA850-0DC5-5E4A-A9E0-253A5A43C569}" destId="{8EC8BD89-C534-6840-8CD5-A9D80EE6F1EA}" srcOrd="10" destOrd="0" presId="urn:microsoft.com/office/officeart/2005/8/layout/list1"/>
    <dgm:cxn modelId="{9D3F1BEF-F1DE-B44C-91C1-9CE2606BE68D}" type="presParOf" srcId="{97FFA850-0DC5-5E4A-A9E0-253A5A43C569}" destId="{7BFC5E66-01DE-6C4C-9783-76B92C038F0B}" srcOrd="11" destOrd="0" presId="urn:microsoft.com/office/officeart/2005/8/layout/list1"/>
    <dgm:cxn modelId="{07AD774B-6ED3-1B41-9476-FFF17163FB9A}" type="presParOf" srcId="{97FFA850-0DC5-5E4A-A9E0-253A5A43C569}" destId="{4DBF91DF-ABB8-3346-B6DF-1D709DE57AA7}" srcOrd="12" destOrd="0" presId="urn:microsoft.com/office/officeart/2005/8/layout/list1"/>
    <dgm:cxn modelId="{86C7F461-1504-F442-ADCC-B1119FAD8670}" type="presParOf" srcId="{4DBF91DF-ABB8-3346-B6DF-1D709DE57AA7}" destId="{82B56A47-D8E2-7341-AAEA-E2667F1235A8}" srcOrd="0" destOrd="0" presId="urn:microsoft.com/office/officeart/2005/8/layout/list1"/>
    <dgm:cxn modelId="{2F9E8404-1A3C-B848-A280-172CC2B9C047}" type="presParOf" srcId="{4DBF91DF-ABB8-3346-B6DF-1D709DE57AA7}" destId="{EF390595-DF79-0E41-B184-3CB7A0189FC6}" srcOrd="1" destOrd="0" presId="urn:microsoft.com/office/officeart/2005/8/layout/list1"/>
    <dgm:cxn modelId="{4BF42C99-7332-5648-A470-9075F06498AD}" type="presParOf" srcId="{97FFA850-0DC5-5E4A-A9E0-253A5A43C569}" destId="{E50B32CD-7512-4F48-BE30-1460EFC39047}" srcOrd="13" destOrd="0" presId="urn:microsoft.com/office/officeart/2005/8/layout/list1"/>
    <dgm:cxn modelId="{8C93AB5B-B654-A241-B908-54AEBD248BDF}" type="presParOf" srcId="{97FFA850-0DC5-5E4A-A9E0-253A5A43C569}" destId="{ACF0F5A8-14B0-014E-B11D-7EC36BB8101D}" srcOrd="14" destOrd="0" presId="urn:microsoft.com/office/officeart/2005/8/layout/list1"/>
    <dgm:cxn modelId="{69710855-3FCB-8B49-A0B3-422832ACD8E6}" type="presParOf" srcId="{97FFA850-0DC5-5E4A-A9E0-253A5A43C569}" destId="{09C500A4-335C-9F48-89A2-3E1586A0D7EE}" srcOrd="15" destOrd="0" presId="urn:microsoft.com/office/officeart/2005/8/layout/list1"/>
    <dgm:cxn modelId="{62EF7360-B382-7342-AD04-94484388B6B4}" type="presParOf" srcId="{97FFA850-0DC5-5E4A-A9E0-253A5A43C569}" destId="{B5E7D57D-C1B5-9E4D-9EC4-4BBA3A98A549}" srcOrd="16" destOrd="0" presId="urn:microsoft.com/office/officeart/2005/8/layout/list1"/>
    <dgm:cxn modelId="{DA991FD5-2F13-A04C-87ED-4451BEB83E26}" type="presParOf" srcId="{B5E7D57D-C1B5-9E4D-9EC4-4BBA3A98A549}" destId="{2D5CD72A-EFE4-5243-9E6F-0C3FAC410276}" srcOrd="0" destOrd="0" presId="urn:microsoft.com/office/officeart/2005/8/layout/list1"/>
    <dgm:cxn modelId="{094CE087-D60F-5B49-8A85-FC72014415EF}" type="presParOf" srcId="{B5E7D57D-C1B5-9E4D-9EC4-4BBA3A98A549}" destId="{E66C417C-FCE9-3741-91C6-5A5C2069DB73}" srcOrd="1" destOrd="0" presId="urn:microsoft.com/office/officeart/2005/8/layout/list1"/>
    <dgm:cxn modelId="{01D0B859-9BB7-8A4C-8417-7C82C5E9D23C}" type="presParOf" srcId="{97FFA850-0DC5-5E4A-A9E0-253A5A43C569}" destId="{329F646A-7A07-644E-B6D4-3BC6E5B2D5D8}" srcOrd="17" destOrd="0" presId="urn:microsoft.com/office/officeart/2005/8/layout/list1"/>
    <dgm:cxn modelId="{AF5753FF-CC34-0E46-9077-140F075B2AED}" type="presParOf" srcId="{97FFA850-0DC5-5E4A-A9E0-253A5A43C569}" destId="{6D7AD610-99E1-BC41-A506-CDFA3F48A3F1}" srcOrd="18" destOrd="0" presId="urn:microsoft.com/office/officeart/2005/8/layout/list1"/>
    <dgm:cxn modelId="{ACDFD032-F1B3-C04B-B857-8D4A68085535}" type="presParOf" srcId="{97FFA850-0DC5-5E4A-A9E0-253A5A43C569}" destId="{CAEAF5A7-9DFB-9E48-B62D-6EF87CD40F70}" srcOrd="19" destOrd="0" presId="urn:microsoft.com/office/officeart/2005/8/layout/list1"/>
    <dgm:cxn modelId="{DE27D83F-D0B9-6542-B893-8D4E78572669}" type="presParOf" srcId="{97FFA850-0DC5-5E4A-A9E0-253A5A43C569}" destId="{6EBCA33F-3C07-D94E-927D-9A271F9B05D1}" srcOrd="20" destOrd="0" presId="urn:microsoft.com/office/officeart/2005/8/layout/list1"/>
    <dgm:cxn modelId="{79437C61-F531-D949-8105-9823FD0B18DA}" type="presParOf" srcId="{6EBCA33F-3C07-D94E-927D-9A271F9B05D1}" destId="{8F3386E1-A9E6-A84A-9605-13640AEEAADA}" srcOrd="0" destOrd="0" presId="urn:microsoft.com/office/officeart/2005/8/layout/list1"/>
    <dgm:cxn modelId="{D40196AF-3165-3145-8D9F-E88482ED3781}" type="presParOf" srcId="{6EBCA33F-3C07-D94E-927D-9A271F9B05D1}" destId="{C8052E2F-70D1-5F45-BA0D-1C335D46AF74}" srcOrd="1" destOrd="0" presId="urn:microsoft.com/office/officeart/2005/8/layout/list1"/>
    <dgm:cxn modelId="{5DD53B44-3831-DE45-9F97-1C332AF098B7}" type="presParOf" srcId="{97FFA850-0DC5-5E4A-A9E0-253A5A43C569}" destId="{65B39E68-633F-0A45-B099-847026DE147A}" srcOrd="21" destOrd="0" presId="urn:microsoft.com/office/officeart/2005/8/layout/list1"/>
    <dgm:cxn modelId="{157CBDF4-A992-D34F-8DB7-F7C728A98A7C}" type="presParOf" srcId="{97FFA850-0DC5-5E4A-A9E0-253A5A43C569}" destId="{04DCB063-EA6E-464D-95B5-A5CF3DAE1251}" srcOrd="22"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7E0F3675-3E64-429D-923C-CACE0D7F440E}" type="doc">
      <dgm:prSet loTypeId="urn:microsoft.com/office/officeart/2005/8/layout/list1" loCatId="list" qsTypeId="urn:microsoft.com/office/officeart/2005/8/quickstyle/simple2" qsCatId="simple" csTypeId="urn:microsoft.com/office/officeart/2005/8/colors/accent1_2" csCatId="accent1" phldr="1"/>
      <dgm:spPr/>
      <dgm:t>
        <a:bodyPr/>
        <a:lstStyle/>
        <a:p>
          <a:endParaRPr lang="en-US"/>
        </a:p>
      </dgm:t>
    </dgm:pt>
    <dgm:pt modelId="{F618D0AC-DDC0-F14F-BD83-14039B7844B0}">
      <dgm:prSet/>
      <dgm:spPr/>
      <dgm:t>
        <a:bodyPr/>
        <a:lstStyle/>
        <a:p>
          <a:r>
            <a:rPr lang="en-US" b="1" dirty="0"/>
            <a:t>Platform</a:t>
          </a:r>
          <a:r>
            <a:rPr lang="en-US" dirty="0"/>
            <a:t>:</a:t>
          </a:r>
        </a:p>
      </dgm:t>
    </dgm:pt>
    <dgm:pt modelId="{3DBBCF55-775F-E747-A51B-8D0BA8288110}" type="parTrans" cxnId="{4D68AFFB-86AA-6D47-9566-C921D33F3AEE}">
      <dgm:prSet/>
      <dgm:spPr/>
      <dgm:t>
        <a:bodyPr/>
        <a:lstStyle/>
        <a:p>
          <a:endParaRPr lang="en-US"/>
        </a:p>
      </dgm:t>
    </dgm:pt>
    <dgm:pt modelId="{0F67F7C5-45AF-1E40-8715-5D855F672946}" type="sibTrans" cxnId="{4D68AFFB-86AA-6D47-9566-C921D33F3AEE}">
      <dgm:prSet/>
      <dgm:spPr/>
      <dgm:t>
        <a:bodyPr/>
        <a:lstStyle/>
        <a:p>
          <a:endParaRPr lang="en-US"/>
        </a:p>
      </dgm:t>
    </dgm:pt>
    <dgm:pt modelId="{9F856930-1B59-3249-A7DB-9447D970441A}">
      <dgm:prSet/>
      <dgm:spPr/>
      <dgm:t>
        <a:bodyPr/>
        <a:lstStyle/>
        <a:p>
          <a:r>
            <a:rPr lang="en-US" b="1" dirty="0"/>
            <a:t>Model</a:t>
          </a:r>
          <a:r>
            <a:rPr lang="en-US" dirty="0"/>
            <a:t>:</a:t>
          </a:r>
        </a:p>
      </dgm:t>
    </dgm:pt>
    <dgm:pt modelId="{B9DAF09B-F306-5F40-B838-B0DD6FEB8FB0}" type="parTrans" cxnId="{9A3CBC35-C416-5547-92A6-3D3F5430567B}">
      <dgm:prSet/>
      <dgm:spPr/>
      <dgm:t>
        <a:bodyPr/>
        <a:lstStyle/>
        <a:p>
          <a:endParaRPr lang="en-US"/>
        </a:p>
      </dgm:t>
    </dgm:pt>
    <dgm:pt modelId="{4FA8B40B-AEB1-2744-8399-94831823F0F9}" type="sibTrans" cxnId="{9A3CBC35-C416-5547-92A6-3D3F5430567B}">
      <dgm:prSet/>
      <dgm:spPr/>
      <dgm:t>
        <a:bodyPr/>
        <a:lstStyle/>
        <a:p>
          <a:endParaRPr lang="en-US"/>
        </a:p>
      </dgm:t>
    </dgm:pt>
    <dgm:pt modelId="{B87DEF3D-5A0B-3F4B-8B5D-45E87B2FFF40}">
      <dgm:prSet/>
      <dgm:spPr/>
      <dgm:t>
        <a:bodyPr/>
        <a:lstStyle/>
        <a:p>
          <a:r>
            <a:rPr lang="en-US" b="1" dirty="0"/>
            <a:t>Data</a:t>
          </a:r>
          <a:r>
            <a:rPr lang="en-US" dirty="0"/>
            <a:t>:</a:t>
          </a:r>
        </a:p>
      </dgm:t>
    </dgm:pt>
    <dgm:pt modelId="{BC1BFFB9-9754-BE46-B990-673917397B38}" type="parTrans" cxnId="{59B7D17D-0E44-0041-A11C-A7C48A5265D7}">
      <dgm:prSet/>
      <dgm:spPr/>
      <dgm:t>
        <a:bodyPr/>
        <a:lstStyle/>
        <a:p>
          <a:endParaRPr lang="en-US"/>
        </a:p>
      </dgm:t>
    </dgm:pt>
    <dgm:pt modelId="{563F2204-3032-C64D-A89A-B7ACEC04D584}" type="sibTrans" cxnId="{59B7D17D-0E44-0041-A11C-A7C48A5265D7}">
      <dgm:prSet/>
      <dgm:spPr/>
      <dgm:t>
        <a:bodyPr/>
        <a:lstStyle/>
        <a:p>
          <a:endParaRPr lang="en-US"/>
        </a:p>
      </dgm:t>
    </dgm:pt>
    <dgm:pt modelId="{54135B38-B3B5-E040-9D44-54C57040CD53}">
      <dgm:prSet/>
      <dgm:spPr/>
      <dgm:t>
        <a:bodyPr/>
        <a:lstStyle/>
        <a:p>
          <a:r>
            <a:rPr lang="en-US" b="1"/>
            <a:t>Challenges</a:t>
          </a:r>
          <a:r>
            <a:rPr lang="en-US"/>
            <a:t>:</a:t>
          </a:r>
          <a:endParaRPr lang="en-US" dirty="0"/>
        </a:p>
      </dgm:t>
    </dgm:pt>
    <dgm:pt modelId="{C9D3E62A-BC0C-284A-99AE-0FC8EBAE8158}" type="parTrans" cxnId="{3CC66510-E9D8-8B40-8333-5DCFA66C2163}">
      <dgm:prSet/>
      <dgm:spPr/>
      <dgm:t>
        <a:bodyPr/>
        <a:lstStyle/>
        <a:p>
          <a:endParaRPr lang="en-US"/>
        </a:p>
      </dgm:t>
    </dgm:pt>
    <dgm:pt modelId="{BC523286-48A7-0F4D-852B-B04F9D015868}" type="sibTrans" cxnId="{3CC66510-E9D8-8B40-8333-5DCFA66C2163}">
      <dgm:prSet/>
      <dgm:spPr/>
      <dgm:t>
        <a:bodyPr/>
        <a:lstStyle/>
        <a:p>
          <a:endParaRPr lang="en-US"/>
        </a:p>
      </dgm:t>
    </dgm:pt>
    <dgm:pt modelId="{E5A17DBE-CDFF-6A4E-9192-A65CAAD520D3}">
      <dgm:prSet/>
      <dgm:spPr/>
      <dgm:t>
        <a:bodyPr/>
        <a:lstStyle/>
        <a:p>
          <a:r>
            <a:rPr lang="en-US"/>
            <a:t>Loading the full dataset into Databricks was complex.</a:t>
          </a:r>
          <a:endParaRPr lang="en-US" dirty="0"/>
        </a:p>
      </dgm:t>
    </dgm:pt>
    <dgm:pt modelId="{ED11DE2C-5758-1145-AF27-2EB2112EB693}" type="parTrans" cxnId="{41260201-5756-964D-B776-45309AA85D82}">
      <dgm:prSet/>
      <dgm:spPr/>
      <dgm:t>
        <a:bodyPr/>
        <a:lstStyle/>
        <a:p>
          <a:endParaRPr lang="en-US"/>
        </a:p>
      </dgm:t>
    </dgm:pt>
    <dgm:pt modelId="{A7E25F65-74DB-3B4A-8F67-5788255366D2}" type="sibTrans" cxnId="{41260201-5756-964D-B776-45309AA85D82}">
      <dgm:prSet/>
      <dgm:spPr/>
      <dgm:t>
        <a:bodyPr/>
        <a:lstStyle/>
        <a:p>
          <a:endParaRPr lang="en-US"/>
        </a:p>
      </dgm:t>
    </dgm:pt>
    <dgm:pt modelId="{1861BDEE-CB80-6C4A-8060-3F7BDF3D17E3}">
      <dgm:prSet/>
      <dgm:spPr/>
      <dgm:t>
        <a:bodyPr/>
        <a:lstStyle/>
        <a:p>
          <a:r>
            <a:rPr lang="en-US"/>
            <a:t>Larger clusters failed to start due to AWS capacity limitations.</a:t>
          </a:r>
          <a:endParaRPr lang="en-US" dirty="0"/>
        </a:p>
      </dgm:t>
    </dgm:pt>
    <dgm:pt modelId="{2188C54F-4336-044C-A82E-0D0F1E420A92}" type="parTrans" cxnId="{078744F5-6730-BA42-9933-C30F820DEC75}">
      <dgm:prSet/>
      <dgm:spPr/>
      <dgm:t>
        <a:bodyPr/>
        <a:lstStyle/>
        <a:p>
          <a:endParaRPr lang="en-US"/>
        </a:p>
      </dgm:t>
    </dgm:pt>
    <dgm:pt modelId="{EC5FFC9A-3EA0-4347-9D70-251FA01A79E9}" type="sibTrans" cxnId="{078744F5-6730-BA42-9933-C30F820DEC75}">
      <dgm:prSet/>
      <dgm:spPr/>
      <dgm:t>
        <a:bodyPr/>
        <a:lstStyle/>
        <a:p>
          <a:endParaRPr lang="en-US"/>
        </a:p>
      </dgm:t>
    </dgm:pt>
    <dgm:pt modelId="{26323095-A75B-564C-978C-06C4E15F8825}">
      <dgm:prSet/>
      <dgm:spPr/>
      <dgm:t>
        <a:bodyPr/>
        <a:lstStyle/>
        <a:p>
          <a:r>
            <a:rPr lang="en-US" b="1" dirty="0"/>
            <a:t>Scene Sampling</a:t>
          </a:r>
          <a:r>
            <a:rPr lang="en-US" dirty="0"/>
            <a:t>:</a:t>
          </a:r>
        </a:p>
      </dgm:t>
    </dgm:pt>
    <dgm:pt modelId="{94A592BF-24D5-3744-9C95-20A9DA09C9E6}" type="parTrans" cxnId="{D02E4D4F-C3FB-3749-B0FB-E0DB94662EB8}">
      <dgm:prSet/>
      <dgm:spPr/>
      <dgm:t>
        <a:bodyPr/>
        <a:lstStyle/>
        <a:p>
          <a:endParaRPr lang="en-US"/>
        </a:p>
      </dgm:t>
    </dgm:pt>
    <dgm:pt modelId="{46021994-7769-D848-8BDE-5D1B6FEC0617}" type="sibTrans" cxnId="{D02E4D4F-C3FB-3749-B0FB-E0DB94662EB8}">
      <dgm:prSet/>
      <dgm:spPr/>
      <dgm:t>
        <a:bodyPr/>
        <a:lstStyle/>
        <a:p>
          <a:endParaRPr lang="en-US"/>
        </a:p>
      </dgm:t>
    </dgm:pt>
    <dgm:pt modelId="{CA5FE54D-8B41-854F-BD41-FFF6CEC98E34}">
      <dgm:prSet/>
      <dgm:spPr/>
      <dgm:t>
        <a:bodyPr/>
        <a:lstStyle/>
        <a:p>
          <a:r>
            <a:rPr lang="en-US" b="1" dirty="0"/>
            <a:t>Limitations</a:t>
          </a:r>
          <a:r>
            <a:rPr lang="en-US" dirty="0"/>
            <a:t>:</a:t>
          </a:r>
        </a:p>
      </dgm:t>
    </dgm:pt>
    <dgm:pt modelId="{A575B3F4-ABEA-754D-9FFB-B3F197DCDE5F}" type="parTrans" cxnId="{4C2CEA9F-2D0B-AC42-9C93-166D65D8FABB}">
      <dgm:prSet/>
      <dgm:spPr/>
      <dgm:t>
        <a:bodyPr/>
        <a:lstStyle/>
        <a:p>
          <a:endParaRPr lang="en-US"/>
        </a:p>
      </dgm:t>
    </dgm:pt>
    <dgm:pt modelId="{080CC941-18D9-F74A-BDB8-345BEE95432D}" type="sibTrans" cxnId="{4C2CEA9F-2D0B-AC42-9C93-166D65D8FABB}">
      <dgm:prSet/>
      <dgm:spPr/>
      <dgm:t>
        <a:bodyPr/>
        <a:lstStyle/>
        <a:p>
          <a:endParaRPr lang="en-US"/>
        </a:p>
      </dgm:t>
    </dgm:pt>
    <dgm:pt modelId="{2AC64BE8-E6FB-604A-BC02-A4A2C1006A71}">
      <dgm:prSet/>
      <dgm:spPr/>
      <dgm:t>
        <a:bodyPr/>
        <a:lstStyle/>
        <a:p>
          <a:r>
            <a:rPr lang="en-US" dirty="0"/>
            <a:t>Databricks</a:t>
          </a:r>
        </a:p>
      </dgm:t>
    </dgm:pt>
    <dgm:pt modelId="{2E0635D5-CFA8-1445-9A66-332537996653}" type="parTrans" cxnId="{7FB5011C-D8B7-0C43-86DA-7CD9F1CEBACB}">
      <dgm:prSet/>
      <dgm:spPr/>
      <dgm:t>
        <a:bodyPr/>
        <a:lstStyle/>
        <a:p>
          <a:endParaRPr lang="en-US"/>
        </a:p>
      </dgm:t>
    </dgm:pt>
    <dgm:pt modelId="{86AF5A61-2A2E-3E4F-ADEA-1C687E3B9157}" type="sibTrans" cxnId="{7FB5011C-D8B7-0C43-86DA-7CD9F1CEBACB}">
      <dgm:prSet/>
      <dgm:spPr/>
      <dgm:t>
        <a:bodyPr/>
        <a:lstStyle/>
        <a:p>
          <a:endParaRPr lang="en-US"/>
        </a:p>
      </dgm:t>
    </dgm:pt>
    <dgm:pt modelId="{AB01F1D6-9A00-0B4D-91CE-F0DDC97AF5E8}">
      <dgm:prSet/>
      <dgm:spPr/>
      <dgm:t>
        <a:bodyPr/>
        <a:lstStyle/>
        <a:p>
          <a:r>
            <a:rPr lang="en-US" dirty="0"/>
            <a:t>Pre-trained LLaVA-v1.6-Mistral-7B-HF from Hugging Face</a:t>
          </a:r>
        </a:p>
      </dgm:t>
    </dgm:pt>
    <dgm:pt modelId="{371B049E-870E-104A-968E-F41D5CDD0CD5}" type="parTrans" cxnId="{13F0005D-9D5C-EE4E-9DCE-33A007E66623}">
      <dgm:prSet/>
      <dgm:spPr/>
      <dgm:t>
        <a:bodyPr/>
        <a:lstStyle/>
        <a:p>
          <a:endParaRPr lang="en-US"/>
        </a:p>
      </dgm:t>
    </dgm:pt>
    <dgm:pt modelId="{7A112D9D-89CE-A64C-B3A3-8BD019F6AB4F}" type="sibTrans" cxnId="{13F0005D-9D5C-EE4E-9DCE-33A007E66623}">
      <dgm:prSet/>
      <dgm:spPr/>
      <dgm:t>
        <a:bodyPr/>
        <a:lstStyle/>
        <a:p>
          <a:endParaRPr lang="en-US"/>
        </a:p>
      </dgm:t>
    </dgm:pt>
    <dgm:pt modelId="{CA5F7CD9-6E07-4B44-A097-B1604AB48829}">
      <dgm:prSet/>
      <dgm:spPr/>
      <dgm:t>
        <a:bodyPr/>
        <a:lstStyle/>
        <a:p>
          <a:r>
            <a:rPr lang="en-US" dirty="0"/>
            <a:t>Full-dataset with 747 scenes</a:t>
          </a:r>
        </a:p>
      </dgm:t>
    </dgm:pt>
    <dgm:pt modelId="{E228300F-FA0C-194C-98A4-6BBE6800E4F5}" type="parTrans" cxnId="{349B95BE-C4EE-0941-B9E1-8C74382F8292}">
      <dgm:prSet/>
      <dgm:spPr/>
      <dgm:t>
        <a:bodyPr/>
        <a:lstStyle/>
        <a:p>
          <a:endParaRPr lang="en-US"/>
        </a:p>
      </dgm:t>
    </dgm:pt>
    <dgm:pt modelId="{4F507CE9-3176-3647-AA62-52D841C52C87}" type="sibTrans" cxnId="{349B95BE-C4EE-0941-B9E1-8C74382F8292}">
      <dgm:prSet/>
      <dgm:spPr/>
      <dgm:t>
        <a:bodyPr/>
        <a:lstStyle/>
        <a:p>
          <a:endParaRPr lang="en-US"/>
        </a:p>
      </dgm:t>
    </dgm:pt>
    <dgm:pt modelId="{6FBD94A0-6DB8-7740-94BA-E5D277FA1268}">
      <dgm:prSet/>
      <dgm:spPr/>
      <dgm:t>
        <a:bodyPr/>
        <a:lstStyle/>
        <a:p>
          <a:r>
            <a:rPr lang="en-US" dirty="0"/>
            <a:t>Selected 5 images per scene with equal time intervals between samples.</a:t>
          </a:r>
        </a:p>
      </dgm:t>
    </dgm:pt>
    <dgm:pt modelId="{856ECB96-9E92-EC4A-BC92-EF665B41746D}" type="parTrans" cxnId="{953E82E8-B9A8-B74C-9E2D-A2BEB93156C7}">
      <dgm:prSet/>
      <dgm:spPr/>
      <dgm:t>
        <a:bodyPr/>
        <a:lstStyle/>
        <a:p>
          <a:endParaRPr lang="en-US"/>
        </a:p>
      </dgm:t>
    </dgm:pt>
    <dgm:pt modelId="{8901DB95-9409-0C4F-A486-6907D32D3898}" type="sibTrans" cxnId="{953E82E8-B9A8-B74C-9E2D-A2BEB93156C7}">
      <dgm:prSet/>
      <dgm:spPr/>
      <dgm:t>
        <a:bodyPr/>
        <a:lstStyle/>
        <a:p>
          <a:endParaRPr lang="en-US"/>
        </a:p>
      </dgm:t>
    </dgm:pt>
    <dgm:pt modelId="{5236E0C3-EBAF-A945-8E63-D4CCE6853EC2}">
      <dgm:prSet/>
      <dgm:spPr/>
      <dgm:t>
        <a:bodyPr/>
        <a:lstStyle/>
        <a:p>
          <a:r>
            <a:rPr lang="en-US" dirty="0"/>
            <a:t>Focused on a single camera view: CAMERA_LEFT_FRONT (driver view), to manage dataset size and align with the 5-image cluster limit.</a:t>
          </a:r>
        </a:p>
      </dgm:t>
    </dgm:pt>
    <dgm:pt modelId="{8033A186-7A34-D94E-A3BD-E6702754F19C}" type="parTrans" cxnId="{A4552BBD-89B7-7941-9096-F1468C96FEAE}">
      <dgm:prSet/>
      <dgm:spPr/>
      <dgm:t>
        <a:bodyPr/>
        <a:lstStyle/>
        <a:p>
          <a:endParaRPr lang="en-US"/>
        </a:p>
      </dgm:t>
    </dgm:pt>
    <dgm:pt modelId="{0D57A473-9209-E146-B036-6E5FA1D0B2FF}" type="sibTrans" cxnId="{A4552BBD-89B7-7941-9096-F1468C96FEAE}">
      <dgm:prSet/>
      <dgm:spPr/>
      <dgm:t>
        <a:bodyPr/>
        <a:lstStyle/>
        <a:p>
          <a:endParaRPr lang="en-US"/>
        </a:p>
      </dgm:t>
    </dgm:pt>
    <dgm:pt modelId="{97FFA850-0DC5-5E4A-A9E0-253A5A43C569}" type="pres">
      <dgm:prSet presAssocID="{7E0F3675-3E64-429D-923C-CACE0D7F440E}" presName="linear" presStyleCnt="0">
        <dgm:presLayoutVars>
          <dgm:dir/>
          <dgm:animLvl val="lvl"/>
          <dgm:resizeHandles val="exact"/>
        </dgm:presLayoutVars>
      </dgm:prSet>
      <dgm:spPr/>
    </dgm:pt>
    <dgm:pt modelId="{582D2CED-8D35-F441-9F38-0D8CB7376937}" type="pres">
      <dgm:prSet presAssocID="{F618D0AC-DDC0-F14F-BD83-14039B7844B0}" presName="parentLin" presStyleCnt="0"/>
      <dgm:spPr/>
    </dgm:pt>
    <dgm:pt modelId="{40B84327-815A-7B45-9577-0EDE31E3F2C4}" type="pres">
      <dgm:prSet presAssocID="{F618D0AC-DDC0-F14F-BD83-14039B7844B0}" presName="parentLeftMargin" presStyleLbl="node1" presStyleIdx="0" presStyleCnt="6"/>
      <dgm:spPr/>
    </dgm:pt>
    <dgm:pt modelId="{9A4A371B-677D-0A42-B3DD-E97938A1ADB8}" type="pres">
      <dgm:prSet presAssocID="{F618D0AC-DDC0-F14F-BD83-14039B7844B0}" presName="parentText" presStyleLbl="node1" presStyleIdx="0" presStyleCnt="6">
        <dgm:presLayoutVars>
          <dgm:chMax val="0"/>
          <dgm:bulletEnabled val="1"/>
        </dgm:presLayoutVars>
      </dgm:prSet>
      <dgm:spPr/>
    </dgm:pt>
    <dgm:pt modelId="{2DF54612-E89B-D447-B37A-8366860DC3EF}" type="pres">
      <dgm:prSet presAssocID="{F618D0AC-DDC0-F14F-BD83-14039B7844B0}" presName="negativeSpace" presStyleCnt="0"/>
      <dgm:spPr/>
    </dgm:pt>
    <dgm:pt modelId="{22465D96-BBFD-1040-9774-12195BF8D907}" type="pres">
      <dgm:prSet presAssocID="{F618D0AC-DDC0-F14F-BD83-14039B7844B0}" presName="childText" presStyleLbl="conFgAcc1" presStyleIdx="0" presStyleCnt="6">
        <dgm:presLayoutVars>
          <dgm:bulletEnabled val="1"/>
        </dgm:presLayoutVars>
      </dgm:prSet>
      <dgm:spPr/>
    </dgm:pt>
    <dgm:pt modelId="{6DA0355B-6771-6346-852F-CEF7F02DEBC5}" type="pres">
      <dgm:prSet presAssocID="{0F67F7C5-45AF-1E40-8715-5D855F672946}" presName="spaceBetweenRectangles" presStyleCnt="0"/>
      <dgm:spPr/>
    </dgm:pt>
    <dgm:pt modelId="{081197DC-BFD7-674E-B0CC-E5F7258FB11F}" type="pres">
      <dgm:prSet presAssocID="{9F856930-1B59-3249-A7DB-9447D970441A}" presName="parentLin" presStyleCnt="0"/>
      <dgm:spPr/>
    </dgm:pt>
    <dgm:pt modelId="{D130DC51-911A-3A46-8B43-DD5C1F312CF6}" type="pres">
      <dgm:prSet presAssocID="{9F856930-1B59-3249-A7DB-9447D970441A}" presName="parentLeftMargin" presStyleLbl="node1" presStyleIdx="0" presStyleCnt="6"/>
      <dgm:spPr/>
    </dgm:pt>
    <dgm:pt modelId="{1E92BCE9-481C-C541-84BF-6BCF8A2D525A}" type="pres">
      <dgm:prSet presAssocID="{9F856930-1B59-3249-A7DB-9447D970441A}" presName="parentText" presStyleLbl="node1" presStyleIdx="1" presStyleCnt="6">
        <dgm:presLayoutVars>
          <dgm:chMax val="0"/>
          <dgm:bulletEnabled val="1"/>
        </dgm:presLayoutVars>
      </dgm:prSet>
      <dgm:spPr/>
    </dgm:pt>
    <dgm:pt modelId="{05EA3355-C143-EA45-8EC5-C8A5F5500E73}" type="pres">
      <dgm:prSet presAssocID="{9F856930-1B59-3249-A7DB-9447D970441A}" presName="negativeSpace" presStyleCnt="0"/>
      <dgm:spPr/>
    </dgm:pt>
    <dgm:pt modelId="{C342F583-25AA-AB4E-8485-C3B9A5D3E656}" type="pres">
      <dgm:prSet presAssocID="{9F856930-1B59-3249-A7DB-9447D970441A}" presName="childText" presStyleLbl="conFgAcc1" presStyleIdx="1" presStyleCnt="6">
        <dgm:presLayoutVars>
          <dgm:bulletEnabled val="1"/>
        </dgm:presLayoutVars>
      </dgm:prSet>
      <dgm:spPr/>
    </dgm:pt>
    <dgm:pt modelId="{D6098B92-8DE4-E841-B1A5-E2EDCCBD5A3A}" type="pres">
      <dgm:prSet presAssocID="{4FA8B40B-AEB1-2744-8399-94831823F0F9}" presName="spaceBetweenRectangles" presStyleCnt="0"/>
      <dgm:spPr/>
    </dgm:pt>
    <dgm:pt modelId="{33DBE3A4-F023-3848-9E5A-D6A20EE5BA2B}" type="pres">
      <dgm:prSet presAssocID="{B87DEF3D-5A0B-3F4B-8B5D-45E87B2FFF40}" presName="parentLin" presStyleCnt="0"/>
      <dgm:spPr/>
    </dgm:pt>
    <dgm:pt modelId="{90F4B074-4ACB-CD47-AB3A-6E22DDD46BF5}" type="pres">
      <dgm:prSet presAssocID="{B87DEF3D-5A0B-3F4B-8B5D-45E87B2FFF40}" presName="parentLeftMargin" presStyleLbl="node1" presStyleIdx="1" presStyleCnt="6"/>
      <dgm:spPr/>
    </dgm:pt>
    <dgm:pt modelId="{CCA81477-BBAC-A142-81EF-B68135262C51}" type="pres">
      <dgm:prSet presAssocID="{B87DEF3D-5A0B-3F4B-8B5D-45E87B2FFF40}" presName="parentText" presStyleLbl="node1" presStyleIdx="2" presStyleCnt="6">
        <dgm:presLayoutVars>
          <dgm:chMax val="0"/>
          <dgm:bulletEnabled val="1"/>
        </dgm:presLayoutVars>
      </dgm:prSet>
      <dgm:spPr/>
    </dgm:pt>
    <dgm:pt modelId="{7236C19C-D811-3E45-88B9-9D51FB3DBED0}" type="pres">
      <dgm:prSet presAssocID="{B87DEF3D-5A0B-3F4B-8B5D-45E87B2FFF40}" presName="negativeSpace" presStyleCnt="0"/>
      <dgm:spPr/>
    </dgm:pt>
    <dgm:pt modelId="{3277A8A0-2D33-8A4F-93EB-5FD642317374}" type="pres">
      <dgm:prSet presAssocID="{B87DEF3D-5A0B-3F4B-8B5D-45E87B2FFF40}" presName="childText" presStyleLbl="conFgAcc1" presStyleIdx="2" presStyleCnt="6">
        <dgm:presLayoutVars>
          <dgm:bulletEnabled val="1"/>
        </dgm:presLayoutVars>
      </dgm:prSet>
      <dgm:spPr/>
    </dgm:pt>
    <dgm:pt modelId="{689CE1E9-0140-D245-A496-A89150D73892}" type="pres">
      <dgm:prSet presAssocID="{563F2204-3032-C64D-A89A-B7ACEC04D584}" presName="spaceBetweenRectangles" presStyleCnt="0"/>
      <dgm:spPr/>
    </dgm:pt>
    <dgm:pt modelId="{A8F874D6-B5C6-B949-B3CB-E24923483A3D}" type="pres">
      <dgm:prSet presAssocID="{54135B38-B3B5-E040-9D44-54C57040CD53}" presName="parentLin" presStyleCnt="0"/>
      <dgm:spPr/>
    </dgm:pt>
    <dgm:pt modelId="{6FF5B8E9-9CF7-B049-94A6-A6A01FF0F473}" type="pres">
      <dgm:prSet presAssocID="{54135B38-B3B5-E040-9D44-54C57040CD53}" presName="parentLeftMargin" presStyleLbl="node1" presStyleIdx="2" presStyleCnt="6"/>
      <dgm:spPr/>
    </dgm:pt>
    <dgm:pt modelId="{3E400AF0-1FB0-C546-B206-EBD8A74F1B67}" type="pres">
      <dgm:prSet presAssocID="{54135B38-B3B5-E040-9D44-54C57040CD53}" presName="parentText" presStyleLbl="node1" presStyleIdx="3" presStyleCnt="6">
        <dgm:presLayoutVars>
          <dgm:chMax val="0"/>
          <dgm:bulletEnabled val="1"/>
        </dgm:presLayoutVars>
      </dgm:prSet>
      <dgm:spPr/>
    </dgm:pt>
    <dgm:pt modelId="{32257B06-2D41-7D4F-AA52-5E3EA547B842}" type="pres">
      <dgm:prSet presAssocID="{54135B38-B3B5-E040-9D44-54C57040CD53}" presName="negativeSpace" presStyleCnt="0"/>
      <dgm:spPr/>
    </dgm:pt>
    <dgm:pt modelId="{68B35230-2462-DA49-A39A-67DC63117904}" type="pres">
      <dgm:prSet presAssocID="{54135B38-B3B5-E040-9D44-54C57040CD53}" presName="childText" presStyleLbl="conFgAcc1" presStyleIdx="3" presStyleCnt="6">
        <dgm:presLayoutVars>
          <dgm:bulletEnabled val="1"/>
        </dgm:presLayoutVars>
      </dgm:prSet>
      <dgm:spPr/>
    </dgm:pt>
    <dgm:pt modelId="{C36A160B-3C42-A948-8092-9469C5F71207}" type="pres">
      <dgm:prSet presAssocID="{BC523286-48A7-0F4D-852B-B04F9D015868}" presName="spaceBetweenRectangles" presStyleCnt="0"/>
      <dgm:spPr/>
    </dgm:pt>
    <dgm:pt modelId="{9A4E4821-4BFE-254A-8DE4-87662E688A47}" type="pres">
      <dgm:prSet presAssocID="{26323095-A75B-564C-978C-06C4E15F8825}" presName="parentLin" presStyleCnt="0"/>
      <dgm:spPr/>
    </dgm:pt>
    <dgm:pt modelId="{2E2B6077-0E27-9345-A745-2436B9C54C81}" type="pres">
      <dgm:prSet presAssocID="{26323095-A75B-564C-978C-06C4E15F8825}" presName="parentLeftMargin" presStyleLbl="node1" presStyleIdx="3" presStyleCnt="6"/>
      <dgm:spPr/>
    </dgm:pt>
    <dgm:pt modelId="{2F50166F-9FD6-C045-A87B-EC01C6A034F1}" type="pres">
      <dgm:prSet presAssocID="{26323095-A75B-564C-978C-06C4E15F8825}" presName="parentText" presStyleLbl="node1" presStyleIdx="4" presStyleCnt="6">
        <dgm:presLayoutVars>
          <dgm:chMax val="0"/>
          <dgm:bulletEnabled val="1"/>
        </dgm:presLayoutVars>
      </dgm:prSet>
      <dgm:spPr/>
    </dgm:pt>
    <dgm:pt modelId="{FF643E40-34F6-1B49-8EC5-8E4625938447}" type="pres">
      <dgm:prSet presAssocID="{26323095-A75B-564C-978C-06C4E15F8825}" presName="negativeSpace" presStyleCnt="0"/>
      <dgm:spPr/>
    </dgm:pt>
    <dgm:pt modelId="{26B78917-BD68-CA4F-A486-62C379D8D996}" type="pres">
      <dgm:prSet presAssocID="{26323095-A75B-564C-978C-06C4E15F8825}" presName="childText" presStyleLbl="conFgAcc1" presStyleIdx="4" presStyleCnt="6">
        <dgm:presLayoutVars>
          <dgm:bulletEnabled val="1"/>
        </dgm:presLayoutVars>
      </dgm:prSet>
      <dgm:spPr/>
    </dgm:pt>
    <dgm:pt modelId="{C6270D8F-AE3E-F04B-9212-715051ED33DD}" type="pres">
      <dgm:prSet presAssocID="{46021994-7769-D848-8BDE-5D1B6FEC0617}" presName="spaceBetweenRectangles" presStyleCnt="0"/>
      <dgm:spPr/>
    </dgm:pt>
    <dgm:pt modelId="{7315C79D-FBF2-CA4A-AB41-185528948BE5}" type="pres">
      <dgm:prSet presAssocID="{CA5FE54D-8B41-854F-BD41-FFF6CEC98E34}" presName="parentLin" presStyleCnt="0"/>
      <dgm:spPr/>
    </dgm:pt>
    <dgm:pt modelId="{F6D37503-2895-4E46-9E2A-A649F62CCAC0}" type="pres">
      <dgm:prSet presAssocID="{CA5FE54D-8B41-854F-BD41-FFF6CEC98E34}" presName="parentLeftMargin" presStyleLbl="node1" presStyleIdx="4" presStyleCnt="6"/>
      <dgm:spPr/>
    </dgm:pt>
    <dgm:pt modelId="{E7D07C75-2478-154E-BFC5-73FCB81FD4B0}" type="pres">
      <dgm:prSet presAssocID="{CA5FE54D-8B41-854F-BD41-FFF6CEC98E34}" presName="parentText" presStyleLbl="node1" presStyleIdx="5" presStyleCnt="6">
        <dgm:presLayoutVars>
          <dgm:chMax val="0"/>
          <dgm:bulletEnabled val="1"/>
        </dgm:presLayoutVars>
      </dgm:prSet>
      <dgm:spPr/>
    </dgm:pt>
    <dgm:pt modelId="{F9895447-8D9D-6B4A-A2EA-FE4EEF909F7D}" type="pres">
      <dgm:prSet presAssocID="{CA5FE54D-8B41-854F-BD41-FFF6CEC98E34}" presName="negativeSpace" presStyleCnt="0"/>
      <dgm:spPr/>
    </dgm:pt>
    <dgm:pt modelId="{DEBE9E9B-8A16-204D-9BF8-6D299361814A}" type="pres">
      <dgm:prSet presAssocID="{CA5FE54D-8B41-854F-BD41-FFF6CEC98E34}" presName="childText" presStyleLbl="conFgAcc1" presStyleIdx="5" presStyleCnt="6">
        <dgm:presLayoutVars>
          <dgm:bulletEnabled val="1"/>
        </dgm:presLayoutVars>
      </dgm:prSet>
      <dgm:spPr/>
    </dgm:pt>
  </dgm:ptLst>
  <dgm:cxnLst>
    <dgm:cxn modelId="{41260201-5756-964D-B776-45309AA85D82}" srcId="{54135B38-B3B5-E040-9D44-54C57040CD53}" destId="{E5A17DBE-CDFF-6A4E-9192-A65CAAD520D3}" srcOrd="0" destOrd="0" parTransId="{ED11DE2C-5758-1145-AF27-2EB2112EB693}" sibTransId="{A7E25F65-74DB-3B4A-8F67-5788255366D2}"/>
    <dgm:cxn modelId="{EC6F4A05-467C-874E-89B6-71E1D134394F}" type="presOf" srcId="{2AC64BE8-E6FB-604A-BC02-A4A2C1006A71}" destId="{22465D96-BBFD-1040-9774-12195BF8D907}" srcOrd="0" destOrd="0" presId="urn:microsoft.com/office/officeart/2005/8/layout/list1"/>
    <dgm:cxn modelId="{3CC66510-E9D8-8B40-8333-5DCFA66C2163}" srcId="{7E0F3675-3E64-429D-923C-CACE0D7F440E}" destId="{54135B38-B3B5-E040-9D44-54C57040CD53}" srcOrd="3" destOrd="0" parTransId="{C9D3E62A-BC0C-284A-99AE-0FC8EBAE8158}" sibTransId="{BC523286-48A7-0F4D-852B-B04F9D015868}"/>
    <dgm:cxn modelId="{AD364515-66E9-5147-BCBB-E780209F8BAB}" type="presOf" srcId="{E5A17DBE-CDFF-6A4E-9192-A65CAAD520D3}" destId="{68B35230-2462-DA49-A39A-67DC63117904}" srcOrd="0" destOrd="0" presId="urn:microsoft.com/office/officeart/2005/8/layout/list1"/>
    <dgm:cxn modelId="{F2CA2919-5481-B043-BBE7-BD6B43D4FEA6}" type="presOf" srcId="{B87DEF3D-5A0B-3F4B-8B5D-45E87B2FFF40}" destId="{90F4B074-4ACB-CD47-AB3A-6E22DDD46BF5}" srcOrd="0" destOrd="0" presId="urn:microsoft.com/office/officeart/2005/8/layout/list1"/>
    <dgm:cxn modelId="{7FB5011C-D8B7-0C43-86DA-7CD9F1CEBACB}" srcId="{F618D0AC-DDC0-F14F-BD83-14039B7844B0}" destId="{2AC64BE8-E6FB-604A-BC02-A4A2C1006A71}" srcOrd="0" destOrd="0" parTransId="{2E0635D5-CFA8-1445-9A66-332537996653}" sibTransId="{86AF5A61-2A2E-3E4F-ADEA-1C687E3B9157}"/>
    <dgm:cxn modelId="{0EBB5B25-9DF6-6D4B-AFC7-4CBBB70A8EF0}" type="presOf" srcId="{1861BDEE-CB80-6C4A-8060-3F7BDF3D17E3}" destId="{68B35230-2462-DA49-A39A-67DC63117904}" srcOrd="0" destOrd="1" presId="urn:microsoft.com/office/officeart/2005/8/layout/list1"/>
    <dgm:cxn modelId="{9A3CBC35-C416-5547-92A6-3D3F5430567B}" srcId="{7E0F3675-3E64-429D-923C-CACE0D7F440E}" destId="{9F856930-1B59-3249-A7DB-9447D970441A}" srcOrd="1" destOrd="0" parTransId="{B9DAF09B-F306-5F40-B838-B0DD6FEB8FB0}" sibTransId="{4FA8B40B-AEB1-2744-8399-94831823F0F9}"/>
    <dgm:cxn modelId="{78DCE835-1741-DF46-83BC-69AA55591A5B}" type="presOf" srcId="{CA5FE54D-8B41-854F-BD41-FFF6CEC98E34}" destId="{E7D07C75-2478-154E-BFC5-73FCB81FD4B0}" srcOrd="1" destOrd="0" presId="urn:microsoft.com/office/officeart/2005/8/layout/list1"/>
    <dgm:cxn modelId="{ED1F573A-C945-3948-A250-9DA7732A638F}" type="presOf" srcId="{54135B38-B3B5-E040-9D44-54C57040CD53}" destId="{6FF5B8E9-9CF7-B049-94A6-A6A01FF0F473}" srcOrd="0" destOrd="0" presId="urn:microsoft.com/office/officeart/2005/8/layout/list1"/>
    <dgm:cxn modelId="{91E9E34C-AFCE-6B4F-8AEB-63F1D74C0316}" type="presOf" srcId="{F618D0AC-DDC0-F14F-BD83-14039B7844B0}" destId="{9A4A371B-677D-0A42-B3DD-E97938A1ADB8}" srcOrd="1" destOrd="0" presId="urn:microsoft.com/office/officeart/2005/8/layout/list1"/>
    <dgm:cxn modelId="{D02E4D4F-C3FB-3749-B0FB-E0DB94662EB8}" srcId="{7E0F3675-3E64-429D-923C-CACE0D7F440E}" destId="{26323095-A75B-564C-978C-06C4E15F8825}" srcOrd="4" destOrd="0" parTransId="{94A592BF-24D5-3744-9C95-20A9DA09C9E6}" sibTransId="{46021994-7769-D848-8BDE-5D1B6FEC0617}"/>
    <dgm:cxn modelId="{7F203A54-9D38-3545-AC0A-C48D7174EEBD}" type="presOf" srcId="{26323095-A75B-564C-978C-06C4E15F8825}" destId="{2E2B6077-0E27-9345-A745-2436B9C54C81}" srcOrd="0" destOrd="0" presId="urn:microsoft.com/office/officeart/2005/8/layout/list1"/>
    <dgm:cxn modelId="{5DA16D5C-D7B3-4842-9F49-A8E6F7700DDC}" type="presOf" srcId="{B87DEF3D-5A0B-3F4B-8B5D-45E87B2FFF40}" destId="{CCA81477-BBAC-A142-81EF-B68135262C51}" srcOrd="1" destOrd="0" presId="urn:microsoft.com/office/officeart/2005/8/layout/list1"/>
    <dgm:cxn modelId="{13F0005D-9D5C-EE4E-9DCE-33A007E66623}" srcId="{9F856930-1B59-3249-A7DB-9447D970441A}" destId="{AB01F1D6-9A00-0B4D-91CE-F0DDC97AF5E8}" srcOrd="0" destOrd="0" parTransId="{371B049E-870E-104A-968E-F41D5CDD0CD5}" sibTransId="{7A112D9D-89CE-A64C-B3A3-8BD019F6AB4F}"/>
    <dgm:cxn modelId="{67DB3F65-C708-0846-AA58-4A2FAA2C0D1F}" type="presOf" srcId="{CA5F7CD9-6E07-4B44-A097-B1604AB48829}" destId="{3277A8A0-2D33-8A4F-93EB-5FD642317374}" srcOrd="0" destOrd="0" presId="urn:microsoft.com/office/officeart/2005/8/layout/list1"/>
    <dgm:cxn modelId="{35DFE065-DD1D-4F4A-AAAE-02164E79F15F}" type="presOf" srcId="{7E0F3675-3E64-429D-923C-CACE0D7F440E}" destId="{97FFA850-0DC5-5E4A-A9E0-253A5A43C569}" srcOrd="0" destOrd="0" presId="urn:microsoft.com/office/officeart/2005/8/layout/list1"/>
    <dgm:cxn modelId="{30970267-ABD6-3D44-854E-D622AC921942}" type="presOf" srcId="{AB01F1D6-9A00-0B4D-91CE-F0DDC97AF5E8}" destId="{C342F583-25AA-AB4E-8485-C3B9A5D3E656}" srcOrd="0" destOrd="0" presId="urn:microsoft.com/office/officeart/2005/8/layout/list1"/>
    <dgm:cxn modelId="{6DFF396E-DA68-D749-82DB-2D5467E002CC}" type="presOf" srcId="{26323095-A75B-564C-978C-06C4E15F8825}" destId="{2F50166F-9FD6-C045-A87B-EC01C6A034F1}" srcOrd="1" destOrd="0" presId="urn:microsoft.com/office/officeart/2005/8/layout/list1"/>
    <dgm:cxn modelId="{9318476F-EF40-3442-9F19-33ED5F374344}" type="presOf" srcId="{CA5FE54D-8B41-854F-BD41-FFF6CEC98E34}" destId="{F6D37503-2895-4E46-9E2A-A649F62CCAC0}" srcOrd="0" destOrd="0" presId="urn:microsoft.com/office/officeart/2005/8/layout/list1"/>
    <dgm:cxn modelId="{59B7D17D-0E44-0041-A11C-A7C48A5265D7}" srcId="{7E0F3675-3E64-429D-923C-CACE0D7F440E}" destId="{B87DEF3D-5A0B-3F4B-8B5D-45E87B2FFF40}" srcOrd="2" destOrd="0" parTransId="{BC1BFFB9-9754-BE46-B990-673917397B38}" sibTransId="{563F2204-3032-C64D-A89A-B7ACEC04D584}"/>
    <dgm:cxn modelId="{454E1F87-1B1E-F141-8993-AEF26E335A09}" type="presOf" srcId="{54135B38-B3B5-E040-9D44-54C57040CD53}" destId="{3E400AF0-1FB0-C546-B206-EBD8A74F1B67}" srcOrd="1" destOrd="0" presId="urn:microsoft.com/office/officeart/2005/8/layout/list1"/>
    <dgm:cxn modelId="{3D994098-6315-F346-B94F-0242617F79D8}" type="presOf" srcId="{5236E0C3-EBAF-A945-8E63-D4CCE6853EC2}" destId="{DEBE9E9B-8A16-204D-9BF8-6D299361814A}" srcOrd="0" destOrd="0" presId="urn:microsoft.com/office/officeart/2005/8/layout/list1"/>
    <dgm:cxn modelId="{4C2CEA9F-2D0B-AC42-9C93-166D65D8FABB}" srcId="{7E0F3675-3E64-429D-923C-CACE0D7F440E}" destId="{CA5FE54D-8B41-854F-BD41-FFF6CEC98E34}" srcOrd="5" destOrd="0" parTransId="{A575B3F4-ABEA-754D-9FFB-B3F197DCDE5F}" sibTransId="{080CC941-18D9-F74A-BDB8-345BEE95432D}"/>
    <dgm:cxn modelId="{B43B81A3-AF4D-C742-8FEF-70E871195985}" type="presOf" srcId="{9F856930-1B59-3249-A7DB-9447D970441A}" destId="{D130DC51-911A-3A46-8B43-DD5C1F312CF6}" srcOrd="0" destOrd="0" presId="urn:microsoft.com/office/officeart/2005/8/layout/list1"/>
    <dgm:cxn modelId="{A4552BBD-89B7-7941-9096-F1468C96FEAE}" srcId="{CA5FE54D-8B41-854F-BD41-FFF6CEC98E34}" destId="{5236E0C3-EBAF-A945-8E63-D4CCE6853EC2}" srcOrd="0" destOrd="0" parTransId="{8033A186-7A34-D94E-A3BD-E6702754F19C}" sibTransId="{0D57A473-9209-E146-B036-6E5FA1D0B2FF}"/>
    <dgm:cxn modelId="{349B95BE-C4EE-0941-B9E1-8C74382F8292}" srcId="{B87DEF3D-5A0B-3F4B-8B5D-45E87B2FFF40}" destId="{CA5F7CD9-6E07-4B44-A097-B1604AB48829}" srcOrd="0" destOrd="0" parTransId="{E228300F-FA0C-194C-98A4-6BBE6800E4F5}" sibTransId="{4F507CE9-3176-3647-AA62-52D841C52C87}"/>
    <dgm:cxn modelId="{AAE267CB-2180-284F-886C-DC9A0E068809}" type="presOf" srcId="{9F856930-1B59-3249-A7DB-9447D970441A}" destId="{1E92BCE9-481C-C541-84BF-6BCF8A2D525A}" srcOrd="1" destOrd="0" presId="urn:microsoft.com/office/officeart/2005/8/layout/list1"/>
    <dgm:cxn modelId="{002C57CE-DECE-9A48-BBCB-2AEB5F936464}" type="presOf" srcId="{6FBD94A0-6DB8-7740-94BA-E5D277FA1268}" destId="{26B78917-BD68-CA4F-A486-62C379D8D996}" srcOrd="0" destOrd="0" presId="urn:microsoft.com/office/officeart/2005/8/layout/list1"/>
    <dgm:cxn modelId="{E5FCF3CE-D732-9F41-84B4-770095B7289A}" type="presOf" srcId="{F618D0AC-DDC0-F14F-BD83-14039B7844B0}" destId="{40B84327-815A-7B45-9577-0EDE31E3F2C4}" srcOrd="0" destOrd="0" presId="urn:microsoft.com/office/officeart/2005/8/layout/list1"/>
    <dgm:cxn modelId="{953E82E8-B9A8-B74C-9E2D-A2BEB93156C7}" srcId="{26323095-A75B-564C-978C-06C4E15F8825}" destId="{6FBD94A0-6DB8-7740-94BA-E5D277FA1268}" srcOrd="0" destOrd="0" parTransId="{856ECB96-9E92-EC4A-BC92-EF665B41746D}" sibTransId="{8901DB95-9409-0C4F-A486-6907D32D3898}"/>
    <dgm:cxn modelId="{078744F5-6730-BA42-9933-C30F820DEC75}" srcId="{54135B38-B3B5-E040-9D44-54C57040CD53}" destId="{1861BDEE-CB80-6C4A-8060-3F7BDF3D17E3}" srcOrd="1" destOrd="0" parTransId="{2188C54F-4336-044C-A82E-0D0F1E420A92}" sibTransId="{EC5FFC9A-3EA0-4347-9D70-251FA01A79E9}"/>
    <dgm:cxn modelId="{4D68AFFB-86AA-6D47-9566-C921D33F3AEE}" srcId="{7E0F3675-3E64-429D-923C-CACE0D7F440E}" destId="{F618D0AC-DDC0-F14F-BD83-14039B7844B0}" srcOrd="0" destOrd="0" parTransId="{3DBBCF55-775F-E747-A51B-8D0BA8288110}" sibTransId="{0F67F7C5-45AF-1E40-8715-5D855F672946}"/>
    <dgm:cxn modelId="{3B5A6046-E6CF-534F-B67A-F8C83E260891}" type="presParOf" srcId="{97FFA850-0DC5-5E4A-A9E0-253A5A43C569}" destId="{582D2CED-8D35-F441-9F38-0D8CB7376937}" srcOrd="0" destOrd="0" presId="urn:microsoft.com/office/officeart/2005/8/layout/list1"/>
    <dgm:cxn modelId="{C87623DE-AD90-E747-9EDB-19BCE82F751B}" type="presParOf" srcId="{582D2CED-8D35-F441-9F38-0D8CB7376937}" destId="{40B84327-815A-7B45-9577-0EDE31E3F2C4}" srcOrd="0" destOrd="0" presId="urn:microsoft.com/office/officeart/2005/8/layout/list1"/>
    <dgm:cxn modelId="{863A62C3-F392-A24C-B33D-452786A34D96}" type="presParOf" srcId="{582D2CED-8D35-F441-9F38-0D8CB7376937}" destId="{9A4A371B-677D-0A42-B3DD-E97938A1ADB8}" srcOrd="1" destOrd="0" presId="urn:microsoft.com/office/officeart/2005/8/layout/list1"/>
    <dgm:cxn modelId="{A373B6FE-8933-6C4E-B947-2E0BCE01FA62}" type="presParOf" srcId="{97FFA850-0DC5-5E4A-A9E0-253A5A43C569}" destId="{2DF54612-E89B-D447-B37A-8366860DC3EF}" srcOrd="1" destOrd="0" presId="urn:microsoft.com/office/officeart/2005/8/layout/list1"/>
    <dgm:cxn modelId="{A52777A5-7150-2E41-B651-9A88FCCEB7F7}" type="presParOf" srcId="{97FFA850-0DC5-5E4A-A9E0-253A5A43C569}" destId="{22465D96-BBFD-1040-9774-12195BF8D907}" srcOrd="2" destOrd="0" presId="urn:microsoft.com/office/officeart/2005/8/layout/list1"/>
    <dgm:cxn modelId="{473A4261-2F28-D046-87D1-02204C72E0A2}" type="presParOf" srcId="{97FFA850-0DC5-5E4A-A9E0-253A5A43C569}" destId="{6DA0355B-6771-6346-852F-CEF7F02DEBC5}" srcOrd="3" destOrd="0" presId="urn:microsoft.com/office/officeart/2005/8/layout/list1"/>
    <dgm:cxn modelId="{684F7E07-7AA5-4C43-B89F-2743E3E2E24C}" type="presParOf" srcId="{97FFA850-0DC5-5E4A-A9E0-253A5A43C569}" destId="{081197DC-BFD7-674E-B0CC-E5F7258FB11F}" srcOrd="4" destOrd="0" presId="urn:microsoft.com/office/officeart/2005/8/layout/list1"/>
    <dgm:cxn modelId="{258762FC-E4FF-EA47-9F1B-47BD2524E903}" type="presParOf" srcId="{081197DC-BFD7-674E-B0CC-E5F7258FB11F}" destId="{D130DC51-911A-3A46-8B43-DD5C1F312CF6}" srcOrd="0" destOrd="0" presId="urn:microsoft.com/office/officeart/2005/8/layout/list1"/>
    <dgm:cxn modelId="{2D52AD28-624E-6241-84DC-DF654D43477E}" type="presParOf" srcId="{081197DC-BFD7-674E-B0CC-E5F7258FB11F}" destId="{1E92BCE9-481C-C541-84BF-6BCF8A2D525A}" srcOrd="1" destOrd="0" presId="urn:microsoft.com/office/officeart/2005/8/layout/list1"/>
    <dgm:cxn modelId="{15A22F54-B99F-7442-8B0D-ABDD915FE2B8}" type="presParOf" srcId="{97FFA850-0DC5-5E4A-A9E0-253A5A43C569}" destId="{05EA3355-C143-EA45-8EC5-C8A5F5500E73}" srcOrd="5" destOrd="0" presId="urn:microsoft.com/office/officeart/2005/8/layout/list1"/>
    <dgm:cxn modelId="{F051166F-134F-DC43-AF1A-2627BC58438E}" type="presParOf" srcId="{97FFA850-0DC5-5E4A-A9E0-253A5A43C569}" destId="{C342F583-25AA-AB4E-8485-C3B9A5D3E656}" srcOrd="6" destOrd="0" presId="urn:microsoft.com/office/officeart/2005/8/layout/list1"/>
    <dgm:cxn modelId="{0B7B9270-FD14-4F4C-A1F4-53FC76ED5CCF}" type="presParOf" srcId="{97FFA850-0DC5-5E4A-A9E0-253A5A43C569}" destId="{D6098B92-8DE4-E841-B1A5-E2EDCCBD5A3A}" srcOrd="7" destOrd="0" presId="urn:microsoft.com/office/officeart/2005/8/layout/list1"/>
    <dgm:cxn modelId="{40658274-F7FE-2C43-8C04-23FC3FBFB809}" type="presParOf" srcId="{97FFA850-0DC5-5E4A-A9E0-253A5A43C569}" destId="{33DBE3A4-F023-3848-9E5A-D6A20EE5BA2B}" srcOrd="8" destOrd="0" presId="urn:microsoft.com/office/officeart/2005/8/layout/list1"/>
    <dgm:cxn modelId="{6A098D08-8805-9148-BD7D-01AC53711EF5}" type="presParOf" srcId="{33DBE3A4-F023-3848-9E5A-D6A20EE5BA2B}" destId="{90F4B074-4ACB-CD47-AB3A-6E22DDD46BF5}" srcOrd="0" destOrd="0" presId="urn:microsoft.com/office/officeart/2005/8/layout/list1"/>
    <dgm:cxn modelId="{B5ECFBDA-4B93-A748-8AB0-087B5611C1AD}" type="presParOf" srcId="{33DBE3A4-F023-3848-9E5A-D6A20EE5BA2B}" destId="{CCA81477-BBAC-A142-81EF-B68135262C51}" srcOrd="1" destOrd="0" presId="urn:microsoft.com/office/officeart/2005/8/layout/list1"/>
    <dgm:cxn modelId="{014B6DB7-3A83-104C-9ED7-AE91F3F49844}" type="presParOf" srcId="{97FFA850-0DC5-5E4A-A9E0-253A5A43C569}" destId="{7236C19C-D811-3E45-88B9-9D51FB3DBED0}" srcOrd="9" destOrd="0" presId="urn:microsoft.com/office/officeart/2005/8/layout/list1"/>
    <dgm:cxn modelId="{F6E8416C-7780-3045-98A2-C1755132A39B}" type="presParOf" srcId="{97FFA850-0DC5-5E4A-A9E0-253A5A43C569}" destId="{3277A8A0-2D33-8A4F-93EB-5FD642317374}" srcOrd="10" destOrd="0" presId="urn:microsoft.com/office/officeart/2005/8/layout/list1"/>
    <dgm:cxn modelId="{FD02A401-D179-CB46-A2F2-AA53076748CE}" type="presParOf" srcId="{97FFA850-0DC5-5E4A-A9E0-253A5A43C569}" destId="{689CE1E9-0140-D245-A496-A89150D73892}" srcOrd="11" destOrd="0" presId="urn:microsoft.com/office/officeart/2005/8/layout/list1"/>
    <dgm:cxn modelId="{881BBC0D-5691-6349-AF58-94FC9748EA78}" type="presParOf" srcId="{97FFA850-0DC5-5E4A-A9E0-253A5A43C569}" destId="{A8F874D6-B5C6-B949-B3CB-E24923483A3D}" srcOrd="12" destOrd="0" presId="urn:microsoft.com/office/officeart/2005/8/layout/list1"/>
    <dgm:cxn modelId="{E1388803-5536-DD4B-BFF2-065DE782C658}" type="presParOf" srcId="{A8F874D6-B5C6-B949-B3CB-E24923483A3D}" destId="{6FF5B8E9-9CF7-B049-94A6-A6A01FF0F473}" srcOrd="0" destOrd="0" presId="urn:microsoft.com/office/officeart/2005/8/layout/list1"/>
    <dgm:cxn modelId="{D6DBF836-85D3-814A-9661-8510F6A5B0E4}" type="presParOf" srcId="{A8F874D6-B5C6-B949-B3CB-E24923483A3D}" destId="{3E400AF0-1FB0-C546-B206-EBD8A74F1B67}" srcOrd="1" destOrd="0" presId="urn:microsoft.com/office/officeart/2005/8/layout/list1"/>
    <dgm:cxn modelId="{DA0B3719-CFB3-C747-A7A5-EEF76F2C86AA}" type="presParOf" srcId="{97FFA850-0DC5-5E4A-A9E0-253A5A43C569}" destId="{32257B06-2D41-7D4F-AA52-5E3EA547B842}" srcOrd="13" destOrd="0" presId="urn:microsoft.com/office/officeart/2005/8/layout/list1"/>
    <dgm:cxn modelId="{5667B497-24AE-CA44-AC27-92F878C1543D}" type="presParOf" srcId="{97FFA850-0DC5-5E4A-A9E0-253A5A43C569}" destId="{68B35230-2462-DA49-A39A-67DC63117904}" srcOrd="14" destOrd="0" presId="urn:microsoft.com/office/officeart/2005/8/layout/list1"/>
    <dgm:cxn modelId="{88E0B5BE-1818-1646-ACD6-6B30B66AD15D}" type="presParOf" srcId="{97FFA850-0DC5-5E4A-A9E0-253A5A43C569}" destId="{C36A160B-3C42-A948-8092-9469C5F71207}" srcOrd="15" destOrd="0" presId="urn:microsoft.com/office/officeart/2005/8/layout/list1"/>
    <dgm:cxn modelId="{F9237607-5868-8341-9BF0-A407E2AEA42A}" type="presParOf" srcId="{97FFA850-0DC5-5E4A-A9E0-253A5A43C569}" destId="{9A4E4821-4BFE-254A-8DE4-87662E688A47}" srcOrd="16" destOrd="0" presId="urn:microsoft.com/office/officeart/2005/8/layout/list1"/>
    <dgm:cxn modelId="{FF500D92-48ED-D94C-B37F-F1F67355038F}" type="presParOf" srcId="{9A4E4821-4BFE-254A-8DE4-87662E688A47}" destId="{2E2B6077-0E27-9345-A745-2436B9C54C81}" srcOrd="0" destOrd="0" presId="urn:microsoft.com/office/officeart/2005/8/layout/list1"/>
    <dgm:cxn modelId="{1DAC3685-996E-004D-9C26-D9549739B194}" type="presParOf" srcId="{9A4E4821-4BFE-254A-8DE4-87662E688A47}" destId="{2F50166F-9FD6-C045-A87B-EC01C6A034F1}" srcOrd="1" destOrd="0" presId="urn:microsoft.com/office/officeart/2005/8/layout/list1"/>
    <dgm:cxn modelId="{D9A5AA68-0E8F-8D4B-B80A-5F51C91F1B74}" type="presParOf" srcId="{97FFA850-0DC5-5E4A-A9E0-253A5A43C569}" destId="{FF643E40-34F6-1B49-8EC5-8E4625938447}" srcOrd="17" destOrd="0" presId="urn:microsoft.com/office/officeart/2005/8/layout/list1"/>
    <dgm:cxn modelId="{1D6F1AF2-76E2-5047-BE54-49E3629D7C8B}" type="presParOf" srcId="{97FFA850-0DC5-5E4A-A9E0-253A5A43C569}" destId="{26B78917-BD68-CA4F-A486-62C379D8D996}" srcOrd="18" destOrd="0" presId="urn:microsoft.com/office/officeart/2005/8/layout/list1"/>
    <dgm:cxn modelId="{21169569-604A-E241-90C0-4899E7C89735}" type="presParOf" srcId="{97FFA850-0DC5-5E4A-A9E0-253A5A43C569}" destId="{C6270D8F-AE3E-F04B-9212-715051ED33DD}" srcOrd="19" destOrd="0" presId="urn:microsoft.com/office/officeart/2005/8/layout/list1"/>
    <dgm:cxn modelId="{C5D65132-7C33-F045-9DA2-EBB14BF8CB21}" type="presParOf" srcId="{97FFA850-0DC5-5E4A-A9E0-253A5A43C569}" destId="{7315C79D-FBF2-CA4A-AB41-185528948BE5}" srcOrd="20" destOrd="0" presId="urn:microsoft.com/office/officeart/2005/8/layout/list1"/>
    <dgm:cxn modelId="{DACDB6C8-A7CE-644C-9D2D-621F28138E59}" type="presParOf" srcId="{7315C79D-FBF2-CA4A-AB41-185528948BE5}" destId="{F6D37503-2895-4E46-9E2A-A649F62CCAC0}" srcOrd="0" destOrd="0" presId="urn:microsoft.com/office/officeart/2005/8/layout/list1"/>
    <dgm:cxn modelId="{9CB94CB3-F178-5948-A849-C4D139F9F954}" type="presParOf" srcId="{7315C79D-FBF2-CA4A-AB41-185528948BE5}" destId="{E7D07C75-2478-154E-BFC5-73FCB81FD4B0}" srcOrd="1" destOrd="0" presId="urn:microsoft.com/office/officeart/2005/8/layout/list1"/>
    <dgm:cxn modelId="{C533033C-167B-3840-BB6A-626F950F074A}" type="presParOf" srcId="{97FFA850-0DC5-5E4A-A9E0-253A5A43C569}" destId="{F9895447-8D9D-6B4A-A2EA-FE4EEF909F7D}" srcOrd="21" destOrd="0" presId="urn:microsoft.com/office/officeart/2005/8/layout/list1"/>
    <dgm:cxn modelId="{B1BB8C84-771F-0943-9539-EA47DFF57EF1}" type="presParOf" srcId="{97FFA850-0DC5-5E4A-A9E0-253A5A43C569}" destId="{DEBE9E9B-8A16-204D-9BF8-6D299361814A}" srcOrd="22"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09249012-8C78-47E8-AF8F-5319B962BBEB}"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71413AA6-A538-49C8-9B90-3FFEE6430B08}">
      <dgm:prSet custT="1"/>
      <dgm:spPr/>
      <dgm:t>
        <a:bodyPr/>
        <a:lstStyle/>
        <a:p>
          <a:pPr>
            <a:lnSpc>
              <a:spcPct val="100000"/>
            </a:lnSpc>
          </a:pPr>
          <a:r>
            <a:rPr lang="en-US" sz="1200" b="1" dirty="0"/>
            <a:t>Sampling Frequency: </a:t>
          </a:r>
          <a:r>
            <a:rPr lang="en-US" sz="1200" dirty="0"/>
            <a:t>Only 5 samples were provided to the model at time intervals 0s, 5s, 10s, 15s, and 20s. This lower sampling frequency, due to cluster capacity, could reduce the model’s ability to capture subtle changes across the scene.</a:t>
          </a:r>
          <a:r>
            <a:rPr lang="en-US" sz="1200" b="1" dirty="0"/>
            <a:t> </a:t>
          </a:r>
          <a:endParaRPr lang="en-US" sz="1200" dirty="0"/>
        </a:p>
      </dgm:t>
    </dgm:pt>
    <dgm:pt modelId="{41A6555C-89F0-474D-92C2-E7B7EB8E3E4A}" type="parTrans" cxnId="{329848A3-B04B-4046-85CD-24B134E2F907}">
      <dgm:prSet/>
      <dgm:spPr/>
      <dgm:t>
        <a:bodyPr/>
        <a:lstStyle/>
        <a:p>
          <a:endParaRPr lang="en-US" sz="1600"/>
        </a:p>
      </dgm:t>
    </dgm:pt>
    <dgm:pt modelId="{A0AA5E9E-B972-49F9-95F1-53C3212BCB67}" type="sibTrans" cxnId="{329848A3-B04B-4046-85CD-24B134E2F907}">
      <dgm:prSet/>
      <dgm:spPr/>
      <dgm:t>
        <a:bodyPr/>
        <a:lstStyle/>
        <a:p>
          <a:endParaRPr lang="en-US" sz="1600"/>
        </a:p>
      </dgm:t>
    </dgm:pt>
    <dgm:pt modelId="{FCD8CE26-370D-4459-9F07-8C4DC347A1DF}">
      <dgm:prSet custT="1"/>
      <dgm:spPr/>
      <dgm:t>
        <a:bodyPr/>
        <a:lstStyle/>
        <a:p>
          <a:pPr>
            <a:lnSpc>
              <a:spcPct val="100000"/>
            </a:lnSpc>
          </a:pPr>
          <a:r>
            <a:rPr lang="en-US" sz="1200" b="1" dirty="0"/>
            <a:t>Contextual Scene Understanding: </a:t>
          </a:r>
          <a:r>
            <a:rPr lang="en-US" sz="1200" dirty="0"/>
            <a:t>The model lacks deeper contextual understanding for scene dynamics, where lighting and environmental changes significantly impact categorization. This limitation persisted despite using multiple images per scene in Phase 2, indicating that a larger model or one fine-tuned on scene-specific data could potentially address this better.</a:t>
          </a:r>
          <a:r>
            <a:rPr lang="en-US" sz="1200" b="1" dirty="0"/>
            <a:t> </a:t>
          </a:r>
          <a:endParaRPr lang="en-US" sz="1200" dirty="0"/>
        </a:p>
      </dgm:t>
    </dgm:pt>
    <dgm:pt modelId="{BF310E19-2B5D-469B-AB7D-3749A60CF322}" type="parTrans" cxnId="{E24CFF68-07FC-4EA1-840A-8B7D34EE8448}">
      <dgm:prSet/>
      <dgm:spPr/>
      <dgm:t>
        <a:bodyPr/>
        <a:lstStyle/>
        <a:p>
          <a:endParaRPr lang="en-US" sz="1600"/>
        </a:p>
      </dgm:t>
    </dgm:pt>
    <dgm:pt modelId="{5208ED78-E201-416E-B185-4E84BF76DEFE}" type="sibTrans" cxnId="{E24CFF68-07FC-4EA1-840A-8B7D34EE8448}">
      <dgm:prSet/>
      <dgm:spPr/>
      <dgm:t>
        <a:bodyPr/>
        <a:lstStyle/>
        <a:p>
          <a:endParaRPr lang="en-US" sz="1600"/>
        </a:p>
      </dgm:t>
    </dgm:pt>
    <dgm:pt modelId="{C65DDAE4-B22E-43ED-A0C4-AB50B7BC3554}">
      <dgm:prSet custT="1"/>
      <dgm:spPr/>
      <dgm:t>
        <a:bodyPr/>
        <a:lstStyle/>
        <a:p>
          <a:pPr>
            <a:lnSpc>
              <a:spcPct val="100000"/>
            </a:lnSpc>
          </a:pPr>
          <a:r>
            <a:rPr lang="en-US" sz="1200" b="1" dirty="0"/>
            <a:t>Model Size</a:t>
          </a:r>
          <a:r>
            <a:rPr lang="en-US" sz="1200" dirty="0"/>
            <a:t>: The 7B parameter model may lack the expressive power and generalization ability of larger models, limiting its capability to capture subtle scene details and complex patterns, even with prompt adjustments. This limitation became evident in Phase 3, as larger models could potentially better interpret nuanced categories like structure, lighting, and area changes.</a:t>
          </a:r>
        </a:p>
      </dgm:t>
    </dgm:pt>
    <dgm:pt modelId="{0B4F3994-9A77-4168-BD62-DC0CF4EA4F3D}" type="parTrans" cxnId="{B108ED51-EDB9-406F-AB98-BC44B171BA55}">
      <dgm:prSet/>
      <dgm:spPr/>
      <dgm:t>
        <a:bodyPr/>
        <a:lstStyle/>
        <a:p>
          <a:endParaRPr lang="en-US" sz="1600"/>
        </a:p>
      </dgm:t>
    </dgm:pt>
    <dgm:pt modelId="{AB1EDF4A-CD37-4337-82CE-D121C4EB077F}" type="sibTrans" cxnId="{B108ED51-EDB9-406F-AB98-BC44B171BA55}">
      <dgm:prSet/>
      <dgm:spPr/>
      <dgm:t>
        <a:bodyPr/>
        <a:lstStyle/>
        <a:p>
          <a:endParaRPr lang="en-US" sz="1600"/>
        </a:p>
      </dgm:t>
    </dgm:pt>
    <dgm:pt modelId="{5A737022-9E95-45D9-A55F-CD4385F95413}">
      <dgm:prSet custT="1"/>
      <dgm:spPr/>
      <dgm:t>
        <a:bodyPr/>
        <a:lstStyle/>
        <a:p>
          <a:pPr>
            <a:lnSpc>
              <a:spcPct val="100000"/>
            </a:lnSpc>
          </a:pPr>
          <a:r>
            <a:rPr lang="en-US" sz="1200" b="1" dirty="0"/>
            <a:t>Domain-Specific Pre-Training</a:t>
          </a:r>
          <a:r>
            <a:rPr lang="en-US" sz="1200" dirty="0"/>
            <a:t>: The model was pre-trained on general data without exposure to our specific dataset and domain cues, which may reduce its accuracy and ability to interpret unique visual features and conditions. In Phase 3, the limitation of using only one camera view due to data size constraints further highlighted the need for fine-tuning on domain-specific data.</a:t>
          </a:r>
        </a:p>
      </dgm:t>
    </dgm:pt>
    <dgm:pt modelId="{5ABD5EFA-C066-46EC-AD9B-3BB01D285A96}" type="parTrans" cxnId="{BCC2D125-86C4-4018-8399-0D93D5F177CF}">
      <dgm:prSet/>
      <dgm:spPr/>
      <dgm:t>
        <a:bodyPr/>
        <a:lstStyle/>
        <a:p>
          <a:endParaRPr lang="en-US" sz="1600"/>
        </a:p>
      </dgm:t>
    </dgm:pt>
    <dgm:pt modelId="{B4A861AC-7C47-44E9-B5AA-1866A3C2E070}" type="sibTrans" cxnId="{BCC2D125-86C4-4018-8399-0D93D5F177CF}">
      <dgm:prSet/>
      <dgm:spPr/>
      <dgm:t>
        <a:bodyPr/>
        <a:lstStyle/>
        <a:p>
          <a:endParaRPr lang="en-US" sz="1600"/>
        </a:p>
      </dgm:t>
    </dgm:pt>
    <dgm:pt modelId="{075DA597-1389-F147-8178-992800A2E41E}">
      <dgm:prSet custT="1"/>
      <dgm:spPr/>
      <dgm:t>
        <a:bodyPr/>
        <a:lstStyle/>
        <a:p>
          <a:pPr>
            <a:lnSpc>
              <a:spcPct val="100000"/>
            </a:lnSpc>
          </a:pPr>
          <a:r>
            <a:rPr lang="en-US" sz="1200" b="1" dirty="0"/>
            <a:t>Cluster Capacity and Infrastructure</a:t>
          </a:r>
          <a:r>
            <a:rPr lang="en-US" sz="1200" dirty="0"/>
            <a:t>: Despite upgrading the infrastructure in Phase 2, the Databricks cluster could not handle more than 5 images per scene in large-scale testing (Phase 3). AWS capacity issues further limited scalability, requiring compromises such as focusing on a single camera view and limiting scene representation.</a:t>
          </a:r>
        </a:p>
      </dgm:t>
    </dgm:pt>
    <dgm:pt modelId="{86DC7A3D-C079-CA4B-8837-D022804F40CB}" type="parTrans" cxnId="{3673C095-7EAA-1E4E-93C1-38A742DB870E}">
      <dgm:prSet/>
      <dgm:spPr/>
      <dgm:t>
        <a:bodyPr/>
        <a:lstStyle/>
        <a:p>
          <a:endParaRPr lang="en-US" sz="1600"/>
        </a:p>
      </dgm:t>
    </dgm:pt>
    <dgm:pt modelId="{949811B8-9E09-8A45-9F40-B294ED1996E4}" type="sibTrans" cxnId="{3673C095-7EAA-1E4E-93C1-38A742DB870E}">
      <dgm:prSet/>
      <dgm:spPr/>
      <dgm:t>
        <a:bodyPr/>
        <a:lstStyle/>
        <a:p>
          <a:endParaRPr lang="en-US" sz="1600"/>
        </a:p>
      </dgm:t>
    </dgm:pt>
    <dgm:pt modelId="{CEE5123A-394F-45B8-BF4D-D96C9FCEC501}" type="pres">
      <dgm:prSet presAssocID="{09249012-8C78-47E8-AF8F-5319B962BBEB}" presName="root" presStyleCnt="0">
        <dgm:presLayoutVars>
          <dgm:dir/>
          <dgm:resizeHandles val="exact"/>
        </dgm:presLayoutVars>
      </dgm:prSet>
      <dgm:spPr/>
    </dgm:pt>
    <dgm:pt modelId="{8308E9C5-E3AA-401B-A908-41D8F578D117}" type="pres">
      <dgm:prSet presAssocID="{71413AA6-A538-49C8-9B90-3FFEE6430B08}" presName="compNode" presStyleCnt="0"/>
      <dgm:spPr/>
    </dgm:pt>
    <dgm:pt modelId="{405FFCD4-096E-4A3E-9885-EFB64BB284ED}" type="pres">
      <dgm:prSet presAssocID="{71413AA6-A538-49C8-9B90-3FFEE6430B08}" presName="bgRect" presStyleLbl="bgShp" presStyleIdx="0" presStyleCnt="5"/>
      <dgm:spPr/>
    </dgm:pt>
    <dgm:pt modelId="{E08D1049-962C-48F6-A537-03C6A5E1E5FE}" type="pres">
      <dgm:prSet presAssocID="{71413AA6-A538-49C8-9B90-3FFEE6430B08}" presName="iconRect" presStyleLbl="node1" presStyleIdx="0" presStyleCnt="5"/>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Test tubes"/>
        </a:ext>
      </dgm:extLst>
    </dgm:pt>
    <dgm:pt modelId="{3EFBC90D-4302-47AA-A4EC-3DEA7D9ED80D}" type="pres">
      <dgm:prSet presAssocID="{71413AA6-A538-49C8-9B90-3FFEE6430B08}" presName="spaceRect" presStyleCnt="0"/>
      <dgm:spPr/>
    </dgm:pt>
    <dgm:pt modelId="{3490EDF7-9EFD-42D3-8157-66A48A96AF5D}" type="pres">
      <dgm:prSet presAssocID="{71413AA6-A538-49C8-9B90-3FFEE6430B08}" presName="parTx" presStyleLbl="revTx" presStyleIdx="0" presStyleCnt="5">
        <dgm:presLayoutVars>
          <dgm:chMax val="0"/>
          <dgm:chPref val="0"/>
        </dgm:presLayoutVars>
      </dgm:prSet>
      <dgm:spPr/>
    </dgm:pt>
    <dgm:pt modelId="{5E1E8D23-5A42-494F-9E4D-DA7D9A443C66}" type="pres">
      <dgm:prSet presAssocID="{A0AA5E9E-B972-49F9-95F1-53C3212BCB67}" presName="sibTrans" presStyleCnt="0"/>
      <dgm:spPr/>
    </dgm:pt>
    <dgm:pt modelId="{935CA101-1149-4DCA-A374-EEE38B1FAAEA}" type="pres">
      <dgm:prSet presAssocID="{FCD8CE26-370D-4459-9F07-8C4DC347A1DF}" presName="compNode" presStyleCnt="0"/>
      <dgm:spPr/>
    </dgm:pt>
    <dgm:pt modelId="{B831358B-D1BC-4BCE-A7F4-2B5D0A970B09}" type="pres">
      <dgm:prSet presAssocID="{FCD8CE26-370D-4459-9F07-8C4DC347A1DF}" presName="bgRect" presStyleLbl="bgShp" presStyleIdx="1" presStyleCnt="5"/>
      <dgm:spPr/>
    </dgm:pt>
    <dgm:pt modelId="{7556E1C4-4B7D-4B98-A58D-E0D90A6A98E3}" type="pres">
      <dgm:prSet presAssocID="{FCD8CE26-370D-4459-9F07-8C4DC347A1DF}" presName="iconRect" presStyleLbl="node1" presStyleIdx="1" presStyleCnt="5"/>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Magnifying glass"/>
        </a:ext>
      </dgm:extLst>
    </dgm:pt>
    <dgm:pt modelId="{AEE8026C-A058-4F77-9106-D45A46C728AA}" type="pres">
      <dgm:prSet presAssocID="{FCD8CE26-370D-4459-9F07-8C4DC347A1DF}" presName="spaceRect" presStyleCnt="0"/>
      <dgm:spPr/>
    </dgm:pt>
    <dgm:pt modelId="{85743403-ACDE-4EBA-8DE1-E2E364061FC8}" type="pres">
      <dgm:prSet presAssocID="{FCD8CE26-370D-4459-9F07-8C4DC347A1DF}" presName="parTx" presStyleLbl="revTx" presStyleIdx="1" presStyleCnt="5">
        <dgm:presLayoutVars>
          <dgm:chMax val="0"/>
          <dgm:chPref val="0"/>
        </dgm:presLayoutVars>
      </dgm:prSet>
      <dgm:spPr/>
    </dgm:pt>
    <dgm:pt modelId="{3EF05850-EA56-43DE-8508-E5F101144FFF}" type="pres">
      <dgm:prSet presAssocID="{5208ED78-E201-416E-B185-4E84BF76DEFE}" presName="sibTrans" presStyleCnt="0"/>
      <dgm:spPr/>
    </dgm:pt>
    <dgm:pt modelId="{9A925C8D-C6EA-4FF0-AFEC-D4B7E9B0FF59}" type="pres">
      <dgm:prSet presAssocID="{C65DDAE4-B22E-43ED-A0C4-AB50B7BC3554}" presName="compNode" presStyleCnt="0"/>
      <dgm:spPr/>
    </dgm:pt>
    <dgm:pt modelId="{9F26B158-E232-49A9-B5AB-1E5EEC5B7F8D}" type="pres">
      <dgm:prSet presAssocID="{C65DDAE4-B22E-43ED-A0C4-AB50B7BC3554}" presName="bgRect" presStyleLbl="bgShp" presStyleIdx="2" presStyleCnt="5"/>
      <dgm:spPr/>
    </dgm:pt>
    <dgm:pt modelId="{400EC280-9093-4E62-9C43-3A82F5A57B1B}" type="pres">
      <dgm:prSet presAssocID="{C65DDAE4-B22E-43ED-A0C4-AB50B7BC3554}" presName="iconRect" presStyleLbl="node1" presStyleIdx="2" presStyleCnt="5"/>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Checkmark"/>
        </a:ext>
      </dgm:extLst>
    </dgm:pt>
    <dgm:pt modelId="{3C8AE46C-7B42-4747-B9A3-145AF09D4516}" type="pres">
      <dgm:prSet presAssocID="{C65DDAE4-B22E-43ED-A0C4-AB50B7BC3554}" presName="spaceRect" presStyleCnt="0"/>
      <dgm:spPr/>
    </dgm:pt>
    <dgm:pt modelId="{5968C676-12DC-4F90-AB56-4E095437CE52}" type="pres">
      <dgm:prSet presAssocID="{C65DDAE4-B22E-43ED-A0C4-AB50B7BC3554}" presName="parTx" presStyleLbl="revTx" presStyleIdx="2" presStyleCnt="5">
        <dgm:presLayoutVars>
          <dgm:chMax val="0"/>
          <dgm:chPref val="0"/>
        </dgm:presLayoutVars>
      </dgm:prSet>
      <dgm:spPr/>
    </dgm:pt>
    <dgm:pt modelId="{C488A4EF-3919-4AD8-AC24-F9B00D7F6319}" type="pres">
      <dgm:prSet presAssocID="{AB1EDF4A-CD37-4337-82CE-D121C4EB077F}" presName="sibTrans" presStyleCnt="0"/>
      <dgm:spPr/>
    </dgm:pt>
    <dgm:pt modelId="{354B7B69-B14C-4089-A9AD-A616ACECB3F6}" type="pres">
      <dgm:prSet presAssocID="{5A737022-9E95-45D9-A55F-CD4385F95413}" presName="compNode" presStyleCnt="0"/>
      <dgm:spPr/>
    </dgm:pt>
    <dgm:pt modelId="{87A92DCD-2FB0-4DDE-989B-405DDA2880A7}" type="pres">
      <dgm:prSet presAssocID="{5A737022-9E95-45D9-A55F-CD4385F95413}" presName="bgRect" presStyleLbl="bgShp" presStyleIdx="3" presStyleCnt="5"/>
      <dgm:spPr/>
    </dgm:pt>
    <dgm:pt modelId="{61B84F1A-D134-4ECD-B218-8B1FCF12954D}" type="pres">
      <dgm:prSet presAssocID="{5A737022-9E95-45D9-A55F-CD4385F95413}" presName="iconRect" presStyleLbl="node1" presStyleIdx="3" presStyleCnt="5"/>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Robot"/>
        </a:ext>
      </dgm:extLst>
    </dgm:pt>
    <dgm:pt modelId="{B2734477-34A5-47B7-ACDD-EE626AC96968}" type="pres">
      <dgm:prSet presAssocID="{5A737022-9E95-45D9-A55F-CD4385F95413}" presName="spaceRect" presStyleCnt="0"/>
      <dgm:spPr/>
    </dgm:pt>
    <dgm:pt modelId="{F4992360-B864-4689-8206-F3520FA4D57E}" type="pres">
      <dgm:prSet presAssocID="{5A737022-9E95-45D9-A55F-CD4385F95413}" presName="parTx" presStyleLbl="revTx" presStyleIdx="3" presStyleCnt="5">
        <dgm:presLayoutVars>
          <dgm:chMax val="0"/>
          <dgm:chPref val="0"/>
        </dgm:presLayoutVars>
      </dgm:prSet>
      <dgm:spPr/>
    </dgm:pt>
    <dgm:pt modelId="{54EEDE35-1254-401B-B401-09E0E775D481}" type="pres">
      <dgm:prSet presAssocID="{B4A861AC-7C47-44E9-B5AA-1866A3C2E070}" presName="sibTrans" presStyleCnt="0"/>
      <dgm:spPr/>
    </dgm:pt>
    <dgm:pt modelId="{D878CFCC-E51A-46F6-996F-074FABA8E04F}" type="pres">
      <dgm:prSet presAssocID="{075DA597-1389-F147-8178-992800A2E41E}" presName="compNode" presStyleCnt="0"/>
      <dgm:spPr/>
    </dgm:pt>
    <dgm:pt modelId="{111A544B-FA3D-4D63-9F4B-C3A406AB216E}" type="pres">
      <dgm:prSet presAssocID="{075DA597-1389-F147-8178-992800A2E41E}" presName="bgRect" presStyleLbl="bgShp" presStyleIdx="4" presStyleCnt="5"/>
      <dgm:spPr/>
    </dgm:pt>
    <dgm:pt modelId="{39C7E1FC-3E03-458A-ADC4-847E0D8ED9A1}" type="pres">
      <dgm:prSet presAssocID="{075DA597-1389-F147-8178-992800A2E41E}" presName="iconRect" presStyleLbl="node1" presStyleIdx="4" presStyleCnt="5"/>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Database"/>
        </a:ext>
      </dgm:extLst>
    </dgm:pt>
    <dgm:pt modelId="{46EF3BAF-550C-4C63-9C00-BB42369684A9}" type="pres">
      <dgm:prSet presAssocID="{075DA597-1389-F147-8178-992800A2E41E}" presName="spaceRect" presStyleCnt="0"/>
      <dgm:spPr/>
    </dgm:pt>
    <dgm:pt modelId="{388BFD57-467C-43F1-97A2-EDC0D642C791}" type="pres">
      <dgm:prSet presAssocID="{075DA597-1389-F147-8178-992800A2E41E}" presName="parTx" presStyleLbl="revTx" presStyleIdx="4" presStyleCnt="5">
        <dgm:presLayoutVars>
          <dgm:chMax val="0"/>
          <dgm:chPref val="0"/>
        </dgm:presLayoutVars>
      </dgm:prSet>
      <dgm:spPr/>
    </dgm:pt>
  </dgm:ptLst>
  <dgm:cxnLst>
    <dgm:cxn modelId="{BCC2D125-86C4-4018-8399-0D93D5F177CF}" srcId="{09249012-8C78-47E8-AF8F-5319B962BBEB}" destId="{5A737022-9E95-45D9-A55F-CD4385F95413}" srcOrd="3" destOrd="0" parTransId="{5ABD5EFA-C066-46EC-AD9B-3BB01D285A96}" sibTransId="{B4A861AC-7C47-44E9-B5AA-1866A3C2E070}"/>
    <dgm:cxn modelId="{6AD24836-717A-8346-B1F2-F28394286317}" type="presOf" srcId="{09249012-8C78-47E8-AF8F-5319B962BBEB}" destId="{CEE5123A-394F-45B8-BF4D-D96C9FCEC501}" srcOrd="0" destOrd="0" presId="urn:microsoft.com/office/officeart/2018/2/layout/IconVerticalSolidList"/>
    <dgm:cxn modelId="{B108ED51-EDB9-406F-AB98-BC44B171BA55}" srcId="{09249012-8C78-47E8-AF8F-5319B962BBEB}" destId="{C65DDAE4-B22E-43ED-A0C4-AB50B7BC3554}" srcOrd="2" destOrd="0" parTransId="{0B4F3994-9A77-4168-BD62-DC0CF4EA4F3D}" sibTransId="{AB1EDF4A-CD37-4337-82CE-D121C4EB077F}"/>
    <dgm:cxn modelId="{B3B4F956-EE09-DE43-92B6-7C3E4607AD60}" type="presOf" srcId="{C65DDAE4-B22E-43ED-A0C4-AB50B7BC3554}" destId="{5968C676-12DC-4F90-AB56-4E095437CE52}" srcOrd="0" destOrd="0" presId="urn:microsoft.com/office/officeart/2018/2/layout/IconVerticalSolidList"/>
    <dgm:cxn modelId="{DDBC2363-5EBF-5C47-95D9-4AFBEC6D4F53}" type="presOf" srcId="{FCD8CE26-370D-4459-9F07-8C4DC347A1DF}" destId="{85743403-ACDE-4EBA-8DE1-E2E364061FC8}" srcOrd="0" destOrd="0" presId="urn:microsoft.com/office/officeart/2018/2/layout/IconVerticalSolidList"/>
    <dgm:cxn modelId="{E24CFF68-07FC-4EA1-840A-8B7D34EE8448}" srcId="{09249012-8C78-47E8-AF8F-5319B962BBEB}" destId="{FCD8CE26-370D-4459-9F07-8C4DC347A1DF}" srcOrd="1" destOrd="0" parTransId="{BF310E19-2B5D-469B-AB7D-3749A60CF322}" sibTransId="{5208ED78-E201-416E-B185-4E84BF76DEFE}"/>
    <dgm:cxn modelId="{889EE36F-E2ED-9E4D-9FE2-52632C579846}" type="presOf" srcId="{5A737022-9E95-45D9-A55F-CD4385F95413}" destId="{F4992360-B864-4689-8206-F3520FA4D57E}" srcOrd="0" destOrd="0" presId="urn:microsoft.com/office/officeart/2018/2/layout/IconVerticalSolidList"/>
    <dgm:cxn modelId="{3673C095-7EAA-1E4E-93C1-38A742DB870E}" srcId="{09249012-8C78-47E8-AF8F-5319B962BBEB}" destId="{075DA597-1389-F147-8178-992800A2E41E}" srcOrd="4" destOrd="0" parTransId="{86DC7A3D-C079-CA4B-8837-D022804F40CB}" sibTransId="{949811B8-9E09-8A45-9F40-B294ED1996E4}"/>
    <dgm:cxn modelId="{3A81409D-91EC-EA4C-875C-D2CB0DD143D5}" type="presOf" srcId="{075DA597-1389-F147-8178-992800A2E41E}" destId="{388BFD57-467C-43F1-97A2-EDC0D642C791}" srcOrd="0" destOrd="0" presId="urn:microsoft.com/office/officeart/2018/2/layout/IconVerticalSolidList"/>
    <dgm:cxn modelId="{81A4D79E-573F-2545-B0DA-DD529E6C7267}" type="presOf" srcId="{71413AA6-A538-49C8-9B90-3FFEE6430B08}" destId="{3490EDF7-9EFD-42D3-8157-66A48A96AF5D}" srcOrd="0" destOrd="0" presId="urn:microsoft.com/office/officeart/2018/2/layout/IconVerticalSolidList"/>
    <dgm:cxn modelId="{329848A3-B04B-4046-85CD-24B134E2F907}" srcId="{09249012-8C78-47E8-AF8F-5319B962BBEB}" destId="{71413AA6-A538-49C8-9B90-3FFEE6430B08}" srcOrd="0" destOrd="0" parTransId="{41A6555C-89F0-474D-92C2-E7B7EB8E3E4A}" sibTransId="{A0AA5E9E-B972-49F9-95F1-53C3212BCB67}"/>
    <dgm:cxn modelId="{A117323D-2416-264E-8EE5-CEB2D25E1373}" type="presParOf" srcId="{CEE5123A-394F-45B8-BF4D-D96C9FCEC501}" destId="{8308E9C5-E3AA-401B-A908-41D8F578D117}" srcOrd="0" destOrd="0" presId="urn:microsoft.com/office/officeart/2018/2/layout/IconVerticalSolidList"/>
    <dgm:cxn modelId="{280D69D2-F75E-CC40-ADA7-6CB0A0903A79}" type="presParOf" srcId="{8308E9C5-E3AA-401B-A908-41D8F578D117}" destId="{405FFCD4-096E-4A3E-9885-EFB64BB284ED}" srcOrd="0" destOrd="0" presId="urn:microsoft.com/office/officeart/2018/2/layout/IconVerticalSolidList"/>
    <dgm:cxn modelId="{DB7BA86D-DF77-124B-A98B-C042D876B2B1}" type="presParOf" srcId="{8308E9C5-E3AA-401B-A908-41D8F578D117}" destId="{E08D1049-962C-48F6-A537-03C6A5E1E5FE}" srcOrd="1" destOrd="0" presId="urn:microsoft.com/office/officeart/2018/2/layout/IconVerticalSolidList"/>
    <dgm:cxn modelId="{92EEE65A-20E9-F448-9D49-5D441389217D}" type="presParOf" srcId="{8308E9C5-E3AA-401B-A908-41D8F578D117}" destId="{3EFBC90D-4302-47AA-A4EC-3DEA7D9ED80D}" srcOrd="2" destOrd="0" presId="urn:microsoft.com/office/officeart/2018/2/layout/IconVerticalSolidList"/>
    <dgm:cxn modelId="{57BBB59E-6C3D-6247-856A-84B942A8E538}" type="presParOf" srcId="{8308E9C5-E3AA-401B-A908-41D8F578D117}" destId="{3490EDF7-9EFD-42D3-8157-66A48A96AF5D}" srcOrd="3" destOrd="0" presId="urn:microsoft.com/office/officeart/2018/2/layout/IconVerticalSolidList"/>
    <dgm:cxn modelId="{85B28F12-D2C0-7E47-AC1D-71A9E6DBE077}" type="presParOf" srcId="{CEE5123A-394F-45B8-BF4D-D96C9FCEC501}" destId="{5E1E8D23-5A42-494F-9E4D-DA7D9A443C66}" srcOrd="1" destOrd="0" presId="urn:microsoft.com/office/officeart/2018/2/layout/IconVerticalSolidList"/>
    <dgm:cxn modelId="{F440FE52-4964-7347-988A-96573EC6F621}" type="presParOf" srcId="{CEE5123A-394F-45B8-BF4D-D96C9FCEC501}" destId="{935CA101-1149-4DCA-A374-EEE38B1FAAEA}" srcOrd="2" destOrd="0" presId="urn:microsoft.com/office/officeart/2018/2/layout/IconVerticalSolidList"/>
    <dgm:cxn modelId="{05DA277A-D811-E54D-934E-42F969E4DEF4}" type="presParOf" srcId="{935CA101-1149-4DCA-A374-EEE38B1FAAEA}" destId="{B831358B-D1BC-4BCE-A7F4-2B5D0A970B09}" srcOrd="0" destOrd="0" presId="urn:microsoft.com/office/officeart/2018/2/layout/IconVerticalSolidList"/>
    <dgm:cxn modelId="{950FA936-72B5-E848-95D3-1B78B8B3CEF2}" type="presParOf" srcId="{935CA101-1149-4DCA-A374-EEE38B1FAAEA}" destId="{7556E1C4-4B7D-4B98-A58D-E0D90A6A98E3}" srcOrd="1" destOrd="0" presId="urn:microsoft.com/office/officeart/2018/2/layout/IconVerticalSolidList"/>
    <dgm:cxn modelId="{09EE43A6-23DB-E147-A48C-636C1069C8DF}" type="presParOf" srcId="{935CA101-1149-4DCA-A374-EEE38B1FAAEA}" destId="{AEE8026C-A058-4F77-9106-D45A46C728AA}" srcOrd="2" destOrd="0" presId="urn:microsoft.com/office/officeart/2018/2/layout/IconVerticalSolidList"/>
    <dgm:cxn modelId="{535E017E-D960-FF43-A8AF-180E38BE28EF}" type="presParOf" srcId="{935CA101-1149-4DCA-A374-EEE38B1FAAEA}" destId="{85743403-ACDE-4EBA-8DE1-E2E364061FC8}" srcOrd="3" destOrd="0" presId="urn:microsoft.com/office/officeart/2018/2/layout/IconVerticalSolidList"/>
    <dgm:cxn modelId="{EDE6B27D-F3C1-1544-ABD1-5A18F031D5AA}" type="presParOf" srcId="{CEE5123A-394F-45B8-BF4D-D96C9FCEC501}" destId="{3EF05850-EA56-43DE-8508-E5F101144FFF}" srcOrd="3" destOrd="0" presId="urn:microsoft.com/office/officeart/2018/2/layout/IconVerticalSolidList"/>
    <dgm:cxn modelId="{E232D36A-4989-F848-800C-1E66055EEF7C}" type="presParOf" srcId="{CEE5123A-394F-45B8-BF4D-D96C9FCEC501}" destId="{9A925C8D-C6EA-4FF0-AFEC-D4B7E9B0FF59}" srcOrd="4" destOrd="0" presId="urn:microsoft.com/office/officeart/2018/2/layout/IconVerticalSolidList"/>
    <dgm:cxn modelId="{70DCCAF7-CA6B-F547-B00A-FE3013EED6C7}" type="presParOf" srcId="{9A925C8D-C6EA-4FF0-AFEC-D4B7E9B0FF59}" destId="{9F26B158-E232-49A9-B5AB-1E5EEC5B7F8D}" srcOrd="0" destOrd="0" presId="urn:microsoft.com/office/officeart/2018/2/layout/IconVerticalSolidList"/>
    <dgm:cxn modelId="{89DB1DA7-E9FA-724B-B7A1-8818EDD3AF07}" type="presParOf" srcId="{9A925C8D-C6EA-4FF0-AFEC-D4B7E9B0FF59}" destId="{400EC280-9093-4E62-9C43-3A82F5A57B1B}" srcOrd="1" destOrd="0" presId="urn:microsoft.com/office/officeart/2018/2/layout/IconVerticalSolidList"/>
    <dgm:cxn modelId="{C4824372-099D-3643-BD06-61D69E9661E1}" type="presParOf" srcId="{9A925C8D-C6EA-4FF0-AFEC-D4B7E9B0FF59}" destId="{3C8AE46C-7B42-4747-B9A3-145AF09D4516}" srcOrd="2" destOrd="0" presId="urn:microsoft.com/office/officeart/2018/2/layout/IconVerticalSolidList"/>
    <dgm:cxn modelId="{979FA6BD-0E2F-D340-964E-11D2F20E3D87}" type="presParOf" srcId="{9A925C8D-C6EA-4FF0-AFEC-D4B7E9B0FF59}" destId="{5968C676-12DC-4F90-AB56-4E095437CE52}" srcOrd="3" destOrd="0" presId="urn:microsoft.com/office/officeart/2018/2/layout/IconVerticalSolidList"/>
    <dgm:cxn modelId="{F9D75EC4-5AA6-9B4B-A28E-0F3411C34E23}" type="presParOf" srcId="{CEE5123A-394F-45B8-BF4D-D96C9FCEC501}" destId="{C488A4EF-3919-4AD8-AC24-F9B00D7F6319}" srcOrd="5" destOrd="0" presId="urn:microsoft.com/office/officeart/2018/2/layout/IconVerticalSolidList"/>
    <dgm:cxn modelId="{5A63E500-7A84-6D4A-A294-E54184954B8D}" type="presParOf" srcId="{CEE5123A-394F-45B8-BF4D-D96C9FCEC501}" destId="{354B7B69-B14C-4089-A9AD-A616ACECB3F6}" srcOrd="6" destOrd="0" presId="urn:microsoft.com/office/officeart/2018/2/layout/IconVerticalSolidList"/>
    <dgm:cxn modelId="{FAB2501E-D099-D64C-B305-721FBA0D79EC}" type="presParOf" srcId="{354B7B69-B14C-4089-A9AD-A616ACECB3F6}" destId="{87A92DCD-2FB0-4DDE-989B-405DDA2880A7}" srcOrd="0" destOrd="0" presId="urn:microsoft.com/office/officeart/2018/2/layout/IconVerticalSolidList"/>
    <dgm:cxn modelId="{AAF00102-21DB-4241-A239-30FD43C21A46}" type="presParOf" srcId="{354B7B69-B14C-4089-A9AD-A616ACECB3F6}" destId="{61B84F1A-D134-4ECD-B218-8B1FCF12954D}" srcOrd="1" destOrd="0" presId="urn:microsoft.com/office/officeart/2018/2/layout/IconVerticalSolidList"/>
    <dgm:cxn modelId="{908E508F-39F3-C84C-8015-0773B884FA22}" type="presParOf" srcId="{354B7B69-B14C-4089-A9AD-A616ACECB3F6}" destId="{B2734477-34A5-47B7-ACDD-EE626AC96968}" srcOrd="2" destOrd="0" presId="urn:microsoft.com/office/officeart/2018/2/layout/IconVerticalSolidList"/>
    <dgm:cxn modelId="{E429DC7E-8DC1-6B49-A682-6586DD7DB8AA}" type="presParOf" srcId="{354B7B69-B14C-4089-A9AD-A616ACECB3F6}" destId="{F4992360-B864-4689-8206-F3520FA4D57E}" srcOrd="3" destOrd="0" presId="urn:microsoft.com/office/officeart/2018/2/layout/IconVerticalSolidList"/>
    <dgm:cxn modelId="{D7BF5664-F066-E549-99D0-0AFFF9F27E1E}" type="presParOf" srcId="{CEE5123A-394F-45B8-BF4D-D96C9FCEC501}" destId="{54EEDE35-1254-401B-B401-09E0E775D481}" srcOrd="7" destOrd="0" presId="urn:microsoft.com/office/officeart/2018/2/layout/IconVerticalSolidList"/>
    <dgm:cxn modelId="{61181BF3-9B8E-904E-AA56-05B1CE258F10}" type="presParOf" srcId="{CEE5123A-394F-45B8-BF4D-D96C9FCEC501}" destId="{D878CFCC-E51A-46F6-996F-074FABA8E04F}" srcOrd="8" destOrd="0" presId="urn:microsoft.com/office/officeart/2018/2/layout/IconVerticalSolidList"/>
    <dgm:cxn modelId="{1A279402-08D5-B243-BD3B-12A2459ADC57}" type="presParOf" srcId="{D878CFCC-E51A-46F6-996F-074FABA8E04F}" destId="{111A544B-FA3D-4D63-9F4B-C3A406AB216E}" srcOrd="0" destOrd="0" presId="urn:microsoft.com/office/officeart/2018/2/layout/IconVerticalSolidList"/>
    <dgm:cxn modelId="{4C2865A5-750D-3040-BBA3-19F955F5750A}" type="presParOf" srcId="{D878CFCC-E51A-46F6-996F-074FABA8E04F}" destId="{39C7E1FC-3E03-458A-ADC4-847E0D8ED9A1}" srcOrd="1" destOrd="0" presId="urn:microsoft.com/office/officeart/2018/2/layout/IconVerticalSolidList"/>
    <dgm:cxn modelId="{174FB1D2-B1EF-354B-8B7C-BE1A45DEC9D7}" type="presParOf" srcId="{D878CFCC-E51A-46F6-996F-074FABA8E04F}" destId="{46EF3BAF-550C-4C63-9C00-BB42369684A9}" srcOrd="2" destOrd="0" presId="urn:microsoft.com/office/officeart/2018/2/layout/IconVerticalSolidList"/>
    <dgm:cxn modelId="{E11F5315-4B97-3142-A939-7DB106003F6E}" type="presParOf" srcId="{D878CFCC-E51A-46F6-996F-074FABA8E04F}" destId="{388BFD57-467C-43F1-97A2-EDC0D642C791}"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CBD1CB0F-F50D-4369-902E-2BCBF0BBF42B}" type="doc">
      <dgm:prSet loTypeId="urn:microsoft.com/office/officeart/2018/2/layout/IconCircleList" loCatId="icon" qsTypeId="urn:microsoft.com/office/officeart/2005/8/quickstyle/simple1" qsCatId="simple" csTypeId="urn:microsoft.com/office/officeart/2005/8/colors/accent1_2" csCatId="accent1" phldr="1"/>
      <dgm:spPr/>
      <dgm:t>
        <a:bodyPr/>
        <a:lstStyle/>
        <a:p>
          <a:endParaRPr lang="en-US"/>
        </a:p>
      </dgm:t>
    </dgm:pt>
    <dgm:pt modelId="{CCD36B64-24B2-4697-A452-C3A368BE5634}">
      <dgm:prSet/>
      <dgm:spPr/>
      <dgm:t>
        <a:bodyPr/>
        <a:lstStyle/>
        <a:p>
          <a:pPr>
            <a:lnSpc>
              <a:spcPct val="100000"/>
            </a:lnSpc>
          </a:pPr>
          <a:r>
            <a:rPr lang="en-US" b="1" dirty="0"/>
            <a:t>Test with Larger Models</a:t>
          </a:r>
          <a:r>
            <a:rPr lang="en-US" dirty="0"/>
            <a:t>:</a:t>
          </a:r>
          <a:br>
            <a:rPr lang="en-US" dirty="0"/>
          </a:br>
          <a:r>
            <a:rPr lang="en-US" dirty="0"/>
            <a:t>Experiment with other </a:t>
          </a:r>
          <a:r>
            <a:rPr lang="en-US" dirty="0" err="1"/>
            <a:t>LLaVA</a:t>
          </a:r>
          <a:r>
            <a:rPr lang="en-US" dirty="0"/>
            <a:t> models with more parameters and potentially other large models to improve expressive power and context comprehension.</a:t>
          </a:r>
        </a:p>
      </dgm:t>
    </dgm:pt>
    <dgm:pt modelId="{EBB9303C-BDB5-41F9-86C6-2B2F8F39A43C}" type="parTrans" cxnId="{2792D369-91BF-4EE8-8167-708B26AA5B3E}">
      <dgm:prSet/>
      <dgm:spPr/>
      <dgm:t>
        <a:bodyPr/>
        <a:lstStyle/>
        <a:p>
          <a:endParaRPr lang="en-US"/>
        </a:p>
      </dgm:t>
    </dgm:pt>
    <dgm:pt modelId="{B491A075-E475-4001-8202-E13F555D3D7E}" type="sibTrans" cxnId="{2792D369-91BF-4EE8-8167-708B26AA5B3E}">
      <dgm:prSet/>
      <dgm:spPr/>
      <dgm:t>
        <a:bodyPr/>
        <a:lstStyle/>
        <a:p>
          <a:pPr>
            <a:lnSpc>
              <a:spcPct val="100000"/>
            </a:lnSpc>
          </a:pPr>
          <a:endParaRPr lang="en-US"/>
        </a:p>
      </dgm:t>
    </dgm:pt>
    <dgm:pt modelId="{173AC3D7-E4FB-4D5F-B6DD-F0E84E2A7E2B}">
      <dgm:prSet/>
      <dgm:spPr/>
      <dgm:t>
        <a:bodyPr/>
        <a:lstStyle/>
        <a:p>
          <a:pPr>
            <a:lnSpc>
              <a:spcPct val="100000"/>
            </a:lnSpc>
          </a:pPr>
          <a:r>
            <a:rPr lang="en-US" b="1" dirty="0"/>
            <a:t>Increase Cluster Capacity</a:t>
          </a:r>
          <a:r>
            <a:rPr lang="en-US" dirty="0"/>
            <a:t>:</a:t>
          </a:r>
          <a:br>
            <a:rPr lang="en-US" dirty="0"/>
          </a:br>
          <a:r>
            <a:rPr lang="en-US" dirty="0"/>
            <a:t>Explore options for larger clusters or alternative infrastructure to handle more extensive scene sampling and support full-dataset testing without limitations.</a:t>
          </a:r>
        </a:p>
      </dgm:t>
    </dgm:pt>
    <dgm:pt modelId="{6EABF0D9-FB23-4B52-ADB3-5B96A4425FEC}" type="parTrans" cxnId="{BBCCA2D0-3EC3-44BD-BC7A-2DEB7159BEA3}">
      <dgm:prSet/>
      <dgm:spPr/>
      <dgm:t>
        <a:bodyPr/>
        <a:lstStyle/>
        <a:p>
          <a:endParaRPr lang="en-US"/>
        </a:p>
      </dgm:t>
    </dgm:pt>
    <dgm:pt modelId="{EF5FFD88-64B9-459D-AEAF-23D21FDB514C}" type="sibTrans" cxnId="{BBCCA2D0-3EC3-44BD-BC7A-2DEB7159BEA3}">
      <dgm:prSet/>
      <dgm:spPr/>
      <dgm:t>
        <a:bodyPr/>
        <a:lstStyle/>
        <a:p>
          <a:pPr>
            <a:lnSpc>
              <a:spcPct val="100000"/>
            </a:lnSpc>
          </a:pPr>
          <a:endParaRPr lang="en-US"/>
        </a:p>
      </dgm:t>
    </dgm:pt>
    <dgm:pt modelId="{A7BDA5C6-E809-490F-8194-B5B492C805A0}">
      <dgm:prSet/>
      <dgm:spPr/>
      <dgm:t>
        <a:bodyPr/>
        <a:lstStyle/>
        <a:p>
          <a:pPr>
            <a:lnSpc>
              <a:spcPct val="100000"/>
            </a:lnSpc>
          </a:pPr>
          <a:r>
            <a:rPr lang="en-US" b="1" dirty="0"/>
            <a:t>Domain-Specific Fine-Tuning</a:t>
          </a:r>
          <a:r>
            <a:rPr lang="en-US" dirty="0"/>
            <a:t>:</a:t>
          </a:r>
          <a:br>
            <a:rPr lang="en-US" dirty="0"/>
          </a:br>
          <a:r>
            <a:rPr lang="en-US" dirty="0"/>
            <a:t>Complement the pre-trained model with domain-specific training on our dataset to improve accuracy in interpreting unique scene features, environmental cues, and lighting conditions.</a:t>
          </a:r>
        </a:p>
      </dgm:t>
    </dgm:pt>
    <dgm:pt modelId="{C8898312-4333-4A9F-91BE-64ED0CD37967}" type="parTrans" cxnId="{07FBE059-37B4-4E9C-BB1D-06EB16C107AB}">
      <dgm:prSet/>
      <dgm:spPr/>
      <dgm:t>
        <a:bodyPr/>
        <a:lstStyle/>
        <a:p>
          <a:endParaRPr lang="en-US"/>
        </a:p>
      </dgm:t>
    </dgm:pt>
    <dgm:pt modelId="{7AAF3877-3142-491D-9A5E-DF8947E3E9BE}" type="sibTrans" cxnId="{07FBE059-37B4-4E9C-BB1D-06EB16C107AB}">
      <dgm:prSet/>
      <dgm:spPr/>
      <dgm:t>
        <a:bodyPr/>
        <a:lstStyle/>
        <a:p>
          <a:pPr>
            <a:lnSpc>
              <a:spcPct val="100000"/>
            </a:lnSpc>
          </a:pPr>
          <a:endParaRPr lang="en-US"/>
        </a:p>
      </dgm:t>
    </dgm:pt>
    <dgm:pt modelId="{B0E6A236-8928-4C48-A5E5-33442439F364}">
      <dgm:prSet/>
      <dgm:spPr/>
      <dgm:t>
        <a:bodyPr/>
        <a:lstStyle/>
        <a:p>
          <a:pPr>
            <a:lnSpc>
              <a:spcPct val="100000"/>
            </a:lnSpc>
          </a:pPr>
          <a:r>
            <a:rPr lang="en-US" b="1" dirty="0"/>
            <a:t>Expand Image Sampling</a:t>
          </a:r>
          <a:r>
            <a:rPr lang="en-US" dirty="0"/>
            <a:t>:</a:t>
          </a:r>
          <a:br>
            <a:rPr lang="en-US" dirty="0"/>
          </a:br>
          <a:r>
            <a:rPr lang="en-US" dirty="0"/>
            <a:t>Evaluate using more than 5 images per scene to capture detailed environmental changes. Conduct experiments to determine the optimal number of images per scene for balanced accuracy and performance.</a:t>
          </a:r>
        </a:p>
      </dgm:t>
    </dgm:pt>
    <dgm:pt modelId="{DC676210-2F34-46C9-9E16-660B552B3F12}" type="parTrans" cxnId="{6F22A99B-85D0-498B-9D63-E51497D57D2D}">
      <dgm:prSet/>
      <dgm:spPr/>
      <dgm:t>
        <a:bodyPr/>
        <a:lstStyle/>
        <a:p>
          <a:endParaRPr lang="en-US"/>
        </a:p>
      </dgm:t>
    </dgm:pt>
    <dgm:pt modelId="{68593E65-08B8-4879-A361-C4D90A95A3A3}" type="sibTrans" cxnId="{6F22A99B-85D0-498B-9D63-E51497D57D2D}">
      <dgm:prSet/>
      <dgm:spPr/>
      <dgm:t>
        <a:bodyPr/>
        <a:lstStyle/>
        <a:p>
          <a:pPr>
            <a:lnSpc>
              <a:spcPct val="100000"/>
            </a:lnSpc>
          </a:pPr>
          <a:endParaRPr lang="en-US"/>
        </a:p>
      </dgm:t>
    </dgm:pt>
    <dgm:pt modelId="{D9341DD9-A96E-4F2C-8CF2-5FFCAF7A0F04}">
      <dgm:prSet/>
      <dgm:spPr/>
      <dgm:t>
        <a:bodyPr/>
        <a:lstStyle/>
        <a:p>
          <a:pPr>
            <a:lnSpc>
              <a:spcPct val="100000"/>
            </a:lnSpc>
          </a:pPr>
          <a:r>
            <a:rPr lang="en-US" b="1" dirty="0"/>
            <a:t>Iterate Prompt Tuning</a:t>
          </a:r>
          <a:r>
            <a:rPr lang="en-US" dirty="0"/>
            <a:t>:</a:t>
          </a:r>
          <a:br>
            <a:rPr lang="en-US" dirty="0"/>
          </a:br>
          <a:r>
            <a:rPr lang="en-US" dirty="0"/>
            <a:t>Continue refining prompt engineering based on specific categories and model feedback, especially for challenging aspects like lighting, weather, and structure.</a:t>
          </a:r>
        </a:p>
      </dgm:t>
    </dgm:pt>
    <dgm:pt modelId="{8D1D6BA2-F1AA-438D-9E37-3B11075EDA92}" type="parTrans" cxnId="{CD33AA84-DA15-415D-8A90-6CE1020DDD58}">
      <dgm:prSet/>
      <dgm:spPr/>
      <dgm:t>
        <a:bodyPr/>
        <a:lstStyle/>
        <a:p>
          <a:endParaRPr lang="en-US"/>
        </a:p>
      </dgm:t>
    </dgm:pt>
    <dgm:pt modelId="{483696D3-009E-48BC-ABA8-08A3F6F5EFEF}" type="sibTrans" cxnId="{CD33AA84-DA15-415D-8A90-6CE1020DDD58}">
      <dgm:prSet/>
      <dgm:spPr/>
      <dgm:t>
        <a:bodyPr/>
        <a:lstStyle/>
        <a:p>
          <a:pPr>
            <a:lnSpc>
              <a:spcPct val="100000"/>
            </a:lnSpc>
          </a:pPr>
          <a:endParaRPr lang="en-US"/>
        </a:p>
      </dgm:t>
    </dgm:pt>
    <dgm:pt modelId="{5BDDE097-E662-47A0-8489-0C9BF128F315}">
      <dgm:prSet/>
      <dgm:spPr/>
      <dgm:t>
        <a:bodyPr/>
        <a:lstStyle/>
        <a:p>
          <a:pPr>
            <a:lnSpc>
              <a:spcPct val="100000"/>
            </a:lnSpc>
          </a:pPr>
          <a:r>
            <a:rPr lang="en-US" b="1" dirty="0"/>
            <a:t>Evaluate Cross-Model Consistency</a:t>
          </a:r>
          <a:r>
            <a:rPr lang="en-US" dirty="0"/>
            <a:t>:</a:t>
          </a:r>
          <a:br>
            <a:rPr lang="en-US" dirty="0"/>
          </a:br>
          <a:r>
            <a:rPr lang="en-US" dirty="0"/>
            <a:t>Compare outputs across different models to validate findings and identify model-specific biases or limitations.</a:t>
          </a:r>
        </a:p>
      </dgm:t>
    </dgm:pt>
    <dgm:pt modelId="{4B2166CE-CC08-4B4C-B11B-9816D4AB04B1}" type="parTrans" cxnId="{B8AA8138-AE51-4DC2-B701-50D09C1E2287}">
      <dgm:prSet/>
      <dgm:spPr/>
      <dgm:t>
        <a:bodyPr/>
        <a:lstStyle/>
        <a:p>
          <a:endParaRPr lang="en-US"/>
        </a:p>
      </dgm:t>
    </dgm:pt>
    <dgm:pt modelId="{11CF2559-F234-44E7-9BF0-C2418A9CB316}" type="sibTrans" cxnId="{B8AA8138-AE51-4DC2-B701-50D09C1E2287}">
      <dgm:prSet/>
      <dgm:spPr/>
      <dgm:t>
        <a:bodyPr/>
        <a:lstStyle/>
        <a:p>
          <a:endParaRPr lang="en-US"/>
        </a:p>
      </dgm:t>
    </dgm:pt>
    <dgm:pt modelId="{A8514985-954C-4FCF-846F-B0B808D97CB5}" type="pres">
      <dgm:prSet presAssocID="{CBD1CB0F-F50D-4369-902E-2BCBF0BBF42B}" presName="root" presStyleCnt="0">
        <dgm:presLayoutVars>
          <dgm:dir/>
          <dgm:resizeHandles val="exact"/>
        </dgm:presLayoutVars>
      </dgm:prSet>
      <dgm:spPr/>
    </dgm:pt>
    <dgm:pt modelId="{C64E3DB6-9E26-4C26-AEC8-11FF7E2BB71E}" type="pres">
      <dgm:prSet presAssocID="{CBD1CB0F-F50D-4369-902E-2BCBF0BBF42B}" presName="container" presStyleCnt="0">
        <dgm:presLayoutVars>
          <dgm:dir/>
          <dgm:resizeHandles val="exact"/>
        </dgm:presLayoutVars>
      </dgm:prSet>
      <dgm:spPr/>
    </dgm:pt>
    <dgm:pt modelId="{2B456502-5436-4A46-9E85-2C2F7553BBA4}" type="pres">
      <dgm:prSet presAssocID="{CCD36B64-24B2-4697-A452-C3A368BE5634}" presName="compNode" presStyleCnt="0"/>
      <dgm:spPr/>
    </dgm:pt>
    <dgm:pt modelId="{CADD21B0-6DB6-4BC6-97AD-525EFE73DE2B}" type="pres">
      <dgm:prSet presAssocID="{CCD36B64-24B2-4697-A452-C3A368BE5634}" presName="iconBgRect" presStyleLbl="bgShp" presStyleIdx="0" presStyleCnt="6"/>
      <dgm:spPr/>
    </dgm:pt>
    <dgm:pt modelId="{41B033BE-3BE4-4723-AD2E-AD7F0620BD02}" type="pres">
      <dgm:prSet presAssocID="{CCD36B64-24B2-4697-A452-C3A368BE5634}" presName="iconRect" presStyleLbl="node1" presStyleIdx="0" presStyleCnt="6"/>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Microscope"/>
        </a:ext>
      </dgm:extLst>
    </dgm:pt>
    <dgm:pt modelId="{7FDB0159-A548-459A-840C-09A5DC484DC3}" type="pres">
      <dgm:prSet presAssocID="{CCD36B64-24B2-4697-A452-C3A368BE5634}" presName="spaceRect" presStyleCnt="0"/>
      <dgm:spPr/>
    </dgm:pt>
    <dgm:pt modelId="{C1D05638-5FFC-40F8-8899-7B5B991B4351}" type="pres">
      <dgm:prSet presAssocID="{CCD36B64-24B2-4697-A452-C3A368BE5634}" presName="textRect" presStyleLbl="revTx" presStyleIdx="0" presStyleCnt="6">
        <dgm:presLayoutVars>
          <dgm:chMax val="1"/>
          <dgm:chPref val="1"/>
        </dgm:presLayoutVars>
      </dgm:prSet>
      <dgm:spPr/>
    </dgm:pt>
    <dgm:pt modelId="{796E49C9-A000-4F35-A6BD-0E23DBFC1AE6}" type="pres">
      <dgm:prSet presAssocID="{B491A075-E475-4001-8202-E13F555D3D7E}" presName="sibTrans" presStyleLbl="sibTrans2D1" presStyleIdx="0" presStyleCnt="0"/>
      <dgm:spPr/>
    </dgm:pt>
    <dgm:pt modelId="{EFB33B9E-AEB0-4C50-80BA-6702B68A6652}" type="pres">
      <dgm:prSet presAssocID="{173AC3D7-E4FB-4D5F-B6DD-F0E84E2A7E2B}" presName="compNode" presStyleCnt="0"/>
      <dgm:spPr/>
    </dgm:pt>
    <dgm:pt modelId="{A3379829-011A-45D0-9B0A-898C10467294}" type="pres">
      <dgm:prSet presAssocID="{173AC3D7-E4FB-4D5F-B6DD-F0E84E2A7E2B}" presName="iconBgRect" presStyleLbl="bgShp" presStyleIdx="1" presStyleCnt="6"/>
      <dgm:spPr/>
    </dgm:pt>
    <dgm:pt modelId="{99309DFA-D9F2-4C56-9E1E-57FA9D40D178}" type="pres">
      <dgm:prSet presAssocID="{173AC3D7-E4FB-4D5F-B6DD-F0E84E2A7E2B}" presName="iconRect" presStyleLbl="node1" presStyleIdx="1" presStyleCnt="6"/>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Database"/>
        </a:ext>
      </dgm:extLst>
    </dgm:pt>
    <dgm:pt modelId="{B3E7858E-9A8D-44EB-B3AF-E2E5C2B50A6C}" type="pres">
      <dgm:prSet presAssocID="{173AC3D7-E4FB-4D5F-B6DD-F0E84E2A7E2B}" presName="spaceRect" presStyleCnt="0"/>
      <dgm:spPr/>
    </dgm:pt>
    <dgm:pt modelId="{03561C28-8FCF-462E-8090-B7543A0373FC}" type="pres">
      <dgm:prSet presAssocID="{173AC3D7-E4FB-4D5F-B6DD-F0E84E2A7E2B}" presName="textRect" presStyleLbl="revTx" presStyleIdx="1" presStyleCnt="6">
        <dgm:presLayoutVars>
          <dgm:chMax val="1"/>
          <dgm:chPref val="1"/>
        </dgm:presLayoutVars>
      </dgm:prSet>
      <dgm:spPr/>
    </dgm:pt>
    <dgm:pt modelId="{46F68E87-1148-4928-A18D-66CA5C0B2614}" type="pres">
      <dgm:prSet presAssocID="{EF5FFD88-64B9-459D-AEAF-23D21FDB514C}" presName="sibTrans" presStyleLbl="sibTrans2D1" presStyleIdx="0" presStyleCnt="0"/>
      <dgm:spPr/>
    </dgm:pt>
    <dgm:pt modelId="{6BDA2B45-C7B0-45A1-897D-A4D9062B1764}" type="pres">
      <dgm:prSet presAssocID="{A7BDA5C6-E809-490F-8194-B5B492C805A0}" presName="compNode" presStyleCnt="0"/>
      <dgm:spPr/>
    </dgm:pt>
    <dgm:pt modelId="{5F4DB2A2-B1EB-48AD-8FF1-E0B3DCC44D27}" type="pres">
      <dgm:prSet presAssocID="{A7BDA5C6-E809-490F-8194-B5B492C805A0}" presName="iconBgRect" presStyleLbl="bgShp" presStyleIdx="2" presStyleCnt="6"/>
      <dgm:spPr/>
    </dgm:pt>
    <dgm:pt modelId="{09FD957E-E957-49BB-A98D-D9C5B0610696}" type="pres">
      <dgm:prSet presAssocID="{A7BDA5C6-E809-490F-8194-B5B492C805A0}" presName="iconRect" presStyleLbl="node1" presStyleIdx="2" presStyleCnt="6"/>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Web Design"/>
        </a:ext>
      </dgm:extLst>
    </dgm:pt>
    <dgm:pt modelId="{737D3F3F-AE6C-496F-9A93-570D927BF05D}" type="pres">
      <dgm:prSet presAssocID="{A7BDA5C6-E809-490F-8194-B5B492C805A0}" presName="spaceRect" presStyleCnt="0"/>
      <dgm:spPr/>
    </dgm:pt>
    <dgm:pt modelId="{74326DD3-89B0-49BE-9DE5-016B5D70AEE6}" type="pres">
      <dgm:prSet presAssocID="{A7BDA5C6-E809-490F-8194-B5B492C805A0}" presName="textRect" presStyleLbl="revTx" presStyleIdx="2" presStyleCnt="6">
        <dgm:presLayoutVars>
          <dgm:chMax val="1"/>
          <dgm:chPref val="1"/>
        </dgm:presLayoutVars>
      </dgm:prSet>
      <dgm:spPr/>
    </dgm:pt>
    <dgm:pt modelId="{8BC35BE2-99F9-48C0-9E19-0562E1935DDD}" type="pres">
      <dgm:prSet presAssocID="{7AAF3877-3142-491D-9A5E-DF8947E3E9BE}" presName="sibTrans" presStyleLbl="sibTrans2D1" presStyleIdx="0" presStyleCnt="0"/>
      <dgm:spPr/>
    </dgm:pt>
    <dgm:pt modelId="{65A2ACC0-84AA-42EB-818E-A8FBD75BC073}" type="pres">
      <dgm:prSet presAssocID="{B0E6A236-8928-4C48-A5E5-33442439F364}" presName="compNode" presStyleCnt="0"/>
      <dgm:spPr/>
    </dgm:pt>
    <dgm:pt modelId="{A4CD2E9D-8490-42F2-8009-3FB72012E282}" type="pres">
      <dgm:prSet presAssocID="{B0E6A236-8928-4C48-A5E5-33442439F364}" presName="iconBgRect" presStyleLbl="bgShp" presStyleIdx="3" presStyleCnt="6"/>
      <dgm:spPr/>
    </dgm:pt>
    <dgm:pt modelId="{75D9C01A-C685-4CE1-89A8-02D6A25BD4C9}" type="pres">
      <dgm:prSet presAssocID="{B0E6A236-8928-4C48-A5E5-33442439F364}" presName="iconRect" presStyleLbl="node1" presStyleIdx="3" presStyleCnt="6"/>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Image"/>
        </a:ext>
      </dgm:extLst>
    </dgm:pt>
    <dgm:pt modelId="{EAA7B123-35BD-4D5D-9B0F-2B793F263E33}" type="pres">
      <dgm:prSet presAssocID="{B0E6A236-8928-4C48-A5E5-33442439F364}" presName="spaceRect" presStyleCnt="0"/>
      <dgm:spPr/>
    </dgm:pt>
    <dgm:pt modelId="{624BD527-4A98-4D18-BE67-F62F5D74FB66}" type="pres">
      <dgm:prSet presAssocID="{B0E6A236-8928-4C48-A5E5-33442439F364}" presName="textRect" presStyleLbl="revTx" presStyleIdx="3" presStyleCnt="6">
        <dgm:presLayoutVars>
          <dgm:chMax val="1"/>
          <dgm:chPref val="1"/>
        </dgm:presLayoutVars>
      </dgm:prSet>
      <dgm:spPr/>
    </dgm:pt>
    <dgm:pt modelId="{D496F941-01BD-41D5-BFD7-51A7880796A9}" type="pres">
      <dgm:prSet presAssocID="{68593E65-08B8-4879-A361-C4D90A95A3A3}" presName="sibTrans" presStyleLbl="sibTrans2D1" presStyleIdx="0" presStyleCnt="0"/>
      <dgm:spPr/>
    </dgm:pt>
    <dgm:pt modelId="{46F3C79D-FA01-4B9F-B19E-6F21EE6DE71C}" type="pres">
      <dgm:prSet presAssocID="{D9341DD9-A96E-4F2C-8CF2-5FFCAF7A0F04}" presName="compNode" presStyleCnt="0"/>
      <dgm:spPr/>
    </dgm:pt>
    <dgm:pt modelId="{C2BDECD4-8A78-450B-B368-5081E80E986A}" type="pres">
      <dgm:prSet presAssocID="{D9341DD9-A96E-4F2C-8CF2-5FFCAF7A0F04}" presName="iconBgRect" presStyleLbl="bgShp" presStyleIdx="4" presStyleCnt="6"/>
      <dgm:spPr/>
    </dgm:pt>
    <dgm:pt modelId="{64D6A6B0-DB85-420D-8805-30725339588F}" type="pres">
      <dgm:prSet presAssocID="{D9341DD9-A96E-4F2C-8CF2-5FFCAF7A0F04}" presName="iconRect" presStyleLbl="node1" presStyleIdx="4" presStyleCnt="6"/>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Bridge scene"/>
        </a:ext>
      </dgm:extLst>
    </dgm:pt>
    <dgm:pt modelId="{ABCD31C9-EE15-4A35-930D-FA3793583326}" type="pres">
      <dgm:prSet presAssocID="{D9341DD9-A96E-4F2C-8CF2-5FFCAF7A0F04}" presName="spaceRect" presStyleCnt="0"/>
      <dgm:spPr/>
    </dgm:pt>
    <dgm:pt modelId="{D1496039-5E67-4FA0-A8C1-867C34391F3C}" type="pres">
      <dgm:prSet presAssocID="{D9341DD9-A96E-4F2C-8CF2-5FFCAF7A0F04}" presName="textRect" presStyleLbl="revTx" presStyleIdx="4" presStyleCnt="6">
        <dgm:presLayoutVars>
          <dgm:chMax val="1"/>
          <dgm:chPref val="1"/>
        </dgm:presLayoutVars>
      </dgm:prSet>
      <dgm:spPr/>
    </dgm:pt>
    <dgm:pt modelId="{FFEE989D-BFAF-4955-814D-2E29AE7DAE7C}" type="pres">
      <dgm:prSet presAssocID="{483696D3-009E-48BC-ABA8-08A3F6F5EFEF}" presName="sibTrans" presStyleLbl="sibTrans2D1" presStyleIdx="0" presStyleCnt="0"/>
      <dgm:spPr/>
    </dgm:pt>
    <dgm:pt modelId="{B61B7261-556E-4E16-BD68-7439EB8C13A8}" type="pres">
      <dgm:prSet presAssocID="{5BDDE097-E662-47A0-8489-0C9BF128F315}" presName="compNode" presStyleCnt="0"/>
      <dgm:spPr/>
    </dgm:pt>
    <dgm:pt modelId="{5D717AE4-9D15-454C-BDCB-0BB304756B34}" type="pres">
      <dgm:prSet presAssocID="{5BDDE097-E662-47A0-8489-0C9BF128F315}" presName="iconBgRect" presStyleLbl="bgShp" presStyleIdx="5" presStyleCnt="6"/>
      <dgm:spPr/>
    </dgm:pt>
    <dgm:pt modelId="{F6162A40-40D7-4B24-8DDB-91A9CA1B44B1}" type="pres">
      <dgm:prSet presAssocID="{5BDDE097-E662-47A0-8489-0C9BF128F315}" presName="iconRect" presStyleLbl="node1" presStyleIdx="5" presStyleCnt="6"/>
      <dgm:spPr>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a:noFill/>
        </a:ln>
      </dgm:spPr>
      <dgm:extLst>
        <a:ext uri="{E40237B7-FDA0-4F09-8148-C483321AD2D9}">
          <dgm14:cNvPr xmlns:dgm14="http://schemas.microsoft.com/office/drawing/2010/diagram" id="0" name="" descr="Statistics"/>
        </a:ext>
      </dgm:extLst>
    </dgm:pt>
    <dgm:pt modelId="{5325C416-9413-4848-AB24-8568C983E40D}" type="pres">
      <dgm:prSet presAssocID="{5BDDE097-E662-47A0-8489-0C9BF128F315}" presName="spaceRect" presStyleCnt="0"/>
      <dgm:spPr/>
    </dgm:pt>
    <dgm:pt modelId="{31B47F13-B11C-4B34-A679-D7ED3CA1CB64}" type="pres">
      <dgm:prSet presAssocID="{5BDDE097-E662-47A0-8489-0C9BF128F315}" presName="textRect" presStyleLbl="revTx" presStyleIdx="5" presStyleCnt="6">
        <dgm:presLayoutVars>
          <dgm:chMax val="1"/>
          <dgm:chPref val="1"/>
        </dgm:presLayoutVars>
      </dgm:prSet>
      <dgm:spPr/>
    </dgm:pt>
  </dgm:ptLst>
  <dgm:cxnLst>
    <dgm:cxn modelId="{28592109-08DA-8B48-BA84-AEB69D6EBFA6}" type="presOf" srcId="{173AC3D7-E4FB-4D5F-B6DD-F0E84E2A7E2B}" destId="{03561C28-8FCF-462E-8090-B7543A0373FC}" srcOrd="0" destOrd="0" presId="urn:microsoft.com/office/officeart/2018/2/layout/IconCircleList"/>
    <dgm:cxn modelId="{150DD930-F592-B642-A919-2586D6EC27B3}" type="presOf" srcId="{483696D3-009E-48BC-ABA8-08A3F6F5EFEF}" destId="{FFEE989D-BFAF-4955-814D-2E29AE7DAE7C}" srcOrd="0" destOrd="0" presId="urn:microsoft.com/office/officeart/2018/2/layout/IconCircleList"/>
    <dgm:cxn modelId="{B8AA8138-AE51-4DC2-B701-50D09C1E2287}" srcId="{CBD1CB0F-F50D-4369-902E-2BCBF0BBF42B}" destId="{5BDDE097-E662-47A0-8489-0C9BF128F315}" srcOrd="5" destOrd="0" parTransId="{4B2166CE-CC08-4B4C-B11B-9816D4AB04B1}" sibTransId="{11CF2559-F234-44E7-9BF0-C2418A9CB316}"/>
    <dgm:cxn modelId="{8DEB0A49-F35A-0649-8FAA-F95F987D6127}" type="presOf" srcId="{68593E65-08B8-4879-A361-C4D90A95A3A3}" destId="{D496F941-01BD-41D5-BFD7-51A7880796A9}" srcOrd="0" destOrd="0" presId="urn:microsoft.com/office/officeart/2018/2/layout/IconCircleList"/>
    <dgm:cxn modelId="{5A3DC04B-C1D1-8C4E-AA85-9AE90C9EDB41}" type="presOf" srcId="{EF5FFD88-64B9-459D-AEAF-23D21FDB514C}" destId="{46F68E87-1148-4928-A18D-66CA5C0B2614}" srcOrd="0" destOrd="0" presId="urn:microsoft.com/office/officeart/2018/2/layout/IconCircleList"/>
    <dgm:cxn modelId="{27855B52-55B4-0143-AEB5-4306794071AA}" type="presOf" srcId="{A7BDA5C6-E809-490F-8194-B5B492C805A0}" destId="{74326DD3-89B0-49BE-9DE5-016B5D70AEE6}" srcOrd="0" destOrd="0" presId="urn:microsoft.com/office/officeart/2018/2/layout/IconCircleList"/>
    <dgm:cxn modelId="{07FBE059-37B4-4E9C-BB1D-06EB16C107AB}" srcId="{CBD1CB0F-F50D-4369-902E-2BCBF0BBF42B}" destId="{A7BDA5C6-E809-490F-8194-B5B492C805A0}" srcOrd="2" destOrd="0" parTransId="{C8898312-4333-4A9F-91BE-64ED0CD37967}" sibTransId="{7AAF3877-3142-491D-9A5E-DF8947E3E9BE}"/>
    <dgm:cxn modelId="{2792D369-91BF-4EE8-8167-708B26AA5B3E}" srcId="{CBD1CB0F-F50D-4369-902E-2BCBF0BBF42B}" destId="{CCD36B64-24B2-4697-A452-C3A368BE5634}" srcOrd="0" destOrd="0" parTransId="{EBB9303C-BDB5-41F9-86C6-2B2F8F39A43C}" sibTransId="{B491A075-E475-4001-8202-E13F555D3D7E}"/>
    <dgm:cxn modelId="{2F09A46D-B034-934F-ADB3-04B02D60F433}" type="presOf" srcId="{7AAF3877-3142-491D-9A5E-DF8947E3E9BE}" destId="{8BC35BE2-99F9-48C0-9E19-0562E1935DDD}" srcOrd="0" destOrd="0" presId="urn:microsoft.com/office/officeart/2018/2/layout/IconCircleList"/>
    <dgm:cxn modelId="{CD33AA84-DA15-415D-8A90-6CE1020DDD58}" srcId="{CBD1CB0F-F50D-4369-902E-2BCBF0BBF42B}" destId="{D9341DD9-A96E-4F2C-8CF2-5FFCAF7A0F04}" srcOrd="4" destOrd="0" parTransId="{8D1D6BA2-F1AA-438D-9E37-3B11075EDA92}" sibTransId="{483696D3-009E-48BC-ABA8-08A3F6F5EFEF}"/>
    <dgm:cxn modelId="{6F22A99B-85D0-498B-9D63-E51497D57D2D}" srcId="{CBD1CB0F-F50D-4369-902E-2BCBF0BBF42B}" destId="{B0E6A236-8928-4C48-A5E5-33442439F364}" srcOrd="3" destOrd="0" parTransId="{DC676210-2F34-46C9-9E16-660B552B3F12}" sibTransId="{68593E65-08B8-4879-A361-C4D90A95A3A3}"/>
    <dgm:cxn modelId="{F5A860A7-F73B-AD43-B708-FA4BADD5139B}" type="presOf" srcId="{CCD36B64-24B2-4697-A452-C3A368BE5634}" destId="{C1D05638-5FFC-40F8-8899-7B5B991B4351}" srcOrd="0" destOrd="0" presId="urn:microsoft.com/office/officeart/2018/2/layout/IconCircleList"/>
    <dgm:cxn modelId="{FBB435A9-678A-A34F-851E-A7572BE84C4F}" type="presOf" srcId="{5BDDE097-E662-47A0-8489-0C9BF128F315}" destId="{31B47F13-B11C-4B34-A679-D7ED3CA1CB64}" srcOrd="0" destOrd="0" presId="urn:microsoft.com/office/officeart/2018/2/layout/IconCircleList"/>
    <dgm:cxn modelId="{67B28FB6-1DA4-344F-B33D-B22ABDED507D}" type="presOf" srcId="{CBD1CB0F-F50D-4369-902E-2BCBF0BBF42B}" destId="{A8514985-954C-4FCF-846F-B0B808D97CB5}" srcOrd="0" destOrd="0" presId="urn:microsoft.com/office/officeart/2018/2/layout/IconCircleList"/>
    <dgm:cxn modelId="{3030B3C2-948F-8347-856E-055F19C72077}" type="presOf" srcId="{D9341DD9-A96E-4F2C-8CF2-5FFCAF7A0F04}" destId="{D1496039-5E67-4FA0-A8C1-867C34391F3C}" srcOrd="0" destOrd="0" presId="urn:microsoft.com/office/officeart/2018/2/layout/IconCircleList"/>
    <dgm:cxn modelId="{BBCCA2D0-3EC3-44BD-BC7A-2DEB7159BEA3}" srcId="{CBD1CB0F-F50D-4369-902E-2BCBF0BBF42B}" destId="{173AC3D7-E4FB-4D5F-B6DD-F0E84E2A7E2B}" srcOrd="1" destOrd="0" parTransId="{6EABF0D9-FB23-4B52-ADB3-5B96A4425FEC}" sibTransId="{EF5FFD88-64B9-459D-AEAF-23D21FDB514C}"/>
    <dgm:cxn modelId="{980B04E5-1BE5-E04E-AC6E-D25A4DBA157A}" type="presOf" srcId="{B491A075-E475-4001-8202-E13F555D3D7E}" destId="{796E49C9-A000-4F35-A6BD-0E23DBFC1AE6}" srcOrd="0" destOrd="0" presId="urn:microsoft.com/office/officeart/2018/2/layout/IconCircleList"/>
    <dgm:cxn modelId="{ACFAACF6-DC14-F844-9250-18742AC23DB0}" type="presOf" srcId="{B0E6A236-8928-4C48-A5E5-33442439F364}" destId="{624BD527-4A98-4D18-BE67-F62F5D74FB66}" srcOrd="0" destOrd="0" presId="urn:microsoft.com/office/officeart/2018/2/layout/IconCircleList"/>
    <dgm:cxn modelId="{96F6527C-927B-CD48-B918-41554258A6E3}" type="presParOf" srcId="{A8514985-954C-4FCF-846F-B0B808D97CB5}" destId="{C64E3DB6-9E26-4C26-AEC8-11FF7E2BB71E}" srcOrd="0" destOrd="0" presId="urn:microsoft.com/office/officeart/2018/2/layout/IconCircleList"/>
    <dgm:cxn modelId="{9D418E45-E74D-4842-8938-A4C5A25C7FE3}" type="presParOf" srcId="{C64E3DB6-9E26-4C26-AEC8-11FF7E2BB71E}" destId="{2B456502-5436-4A46-9E85-2C2F7553BBA4}" srcOrd="0" destOrd="0" presId="urn:microsoft.com/office/officeart/2018/2/layout/IconCircleList"/>
    <dgm:cxn modelId="{E2834976-1F7E-5746-AA76-BA20B1EC1F15}" type="presParOf" srcId="{2B456502-5436-4A46-9E85-2C2F7553BBA4}" destId="{CADD21B0-6DB6-4BC6-97AD-525EFE73DE2B}" srcOrd="0" destOrd="0" presId="urn:microsoft.com/office/officeart/2018/2/layout/IconCircleList"/>
    <dgm:cxn modelId="{0A27E21B-2D81-684C-94C5-BAB5295EF726}" type="presParOf" srcId="{2B456502-5436-4A46-9E85-2C2F7553BBA4}" destId="{41B033BE-3BE4-4723-AD2E-AD7F0620BD02}" srcOrd="1" destOrd="0" presId="urn:microsoft.com/office/officeart/2018/2/layout/IconCircleList"/>
    <dgm:cxn modelId="{1E018718-307E-A044-AB59-3D08CEF000D4}" type="presParOf" srcId="{2B456502-5436-4A46-9E85-2C2F7553BBA4}" destId="{7FDB0159-A548-459A-840C-09A5DC484DC3}" srcOrd="2" destOrd="0" presId="urn:microsoft.com/office/officeart/2018/2/layout/IconCircleList"/>
    <dgm:cxn modelId="{E2D37FDE-E727-A348-86D6-7454FEEC3CB0}" type="presParOf" srcId="{2B456502-5436-4A46-9E85-2C2F7553BBA4}" destId="{C1D05638-5FFC-40F8-8899-7B5B991B4351}" srcOrd="3" destOrd="0" presId="urn:microsoft.com/office/officeart/2018/2/layout/IconCircleList"/>
    <dgm:cxn modelId="{0B1FBB7D-7238-F847-B110-266FBDF725F9}" type="presParOf" srcId="{C64E3DB6-9E26-4C26-AEC8-11FF7E2BB71E}" destId="{796E49C9-A000-4F35-A6BD-0E23DBFC1AE6}" srcOrd="1" destOrd="0" presId="urn:microsoft.com/office/officeart/2018/2/layout/IconCircleList"/>
    <dgm:cxn modelId="{029A8AB6-A200-0A42-B3EA-1AF942524677}" type="presParOf" srcId="{C64E3DB6-9E26-4C26-AEC8-11FF7E2BB71E}" destId="{EFB33B9E-AEB0-4C50-80BA-6702B68A6652}" srcOrd="2" destOrd="0" presId="urn:microsoft.com/office/officeart/2018/2/layout/IconCircleList"/>
    <dgm:cxn modelId="{DB825BDE-6A06-2543-8176-1FE950A170CC}" type="presParOf" srcId="{EFB33B9E-AEB0-4C50-80BA-6702B68A6652}" destId="{A3379829-011A-45D0-9B0A-898C10467294}" srcOrd="0" destOrd="0" presId="urn:microsoft.com/office/officeart/2018/2/layout/IconCircleList"/>
    <dgm:cxn modelId="{99A023FD-4504-5A40-9751-C0FC5A238E98}" type="presParOf" srcId="{EFB33B9E-AEB0-4C50-80BA-6702B68A6652}" destId="{99309DFA-D9F2-4C56-9E1E-57FA9D40D178}" srcOrd="1" destOrd="0" presId="urn:microsoft.com/office/officeart/2018/2/layout/IconCircleList"/>
    <dgm:cxn modelId="{7A29817C-B0BB-BB44-A742-90DC1B484F97}" type="presParOf" srcId="{EFB33B9E-AEB0-4C50-80BA-6702B68A6652}" destId="{B3E7858E-9A8D-44EB-B3AF-E2E5C2B50A6C}" srcOrd="2" destOrd="0" presId="urn:microsoft.com/office/officeart/2018/2/layout/IconCircleList"/>
    <dgm:cxn modelId="{6B8A9952-C7A5-0C48-82B5-D728C034FB61}" type="presParOf" srcId="{EFB33B9E-AEB0-4C50-80BA-6702B68A6652}" destId="{03561C28-8FCF-462E-8090-B7543A0373FC}" srcOrd="3" destOrd="0" presId="urn:microsoft.com/office/officeart/2018/2/layout/IconCircleList"/>
    <dgm:cxn modelId="{0B6B82EB-1644-B84A-9BF4-8ADA9516D1D8}" type="presParOf" srcId="{C64E3DB6-9E26-4C26-AEC8-11FF7E2BB71E}" destId="{46F68E87-1148-4928-A18D-66CA5C0B2614}" srcOrd="3" destOrd="0" presId="urn:microsoft.com/office/officeart/2018/2/layout/IconCircleList"/>
    <dgm:cxn modelId="{F1F587D5-981A-B94C-B534-C44131B13AAD}" type="presParOf" srcId="{C64E3DB6-9E26-4C26-AEC8-11FF7E2BB71E}" destId="{6BDA2B45-C7B0-45A1-897D-A4D9062B1764}" srcOrd="4" destOrd="0" presId="urn:microsoft.com/office/officeart/2018/2/layout/IconCircleList"/>
    <dgm:cxn modelId="{DCFB81D8-8644-AE45-BDC4-BB4D5C09E22E}" type="presParOf" srcId="{6BDA2B45-C7B0-45A1-897D-A4D9062B1764}" destId="{5F4DB2A2-B1EB-48AD-8FF1-E0B3DCC44D27}" srcOrd="0" destOrd="0" presId="urn:microsoft.com/office/officeart/2018/2/layout/IconCircleList"/>
    <dgm:cxn modelId="{5128F044-7EF0-9A43-A46A-3C8D945B4305}" type="presParOf" srcId="{6BDA2B45-C7B0-45A1-897D-A4D9062B1764}" destId="{09FD957E-E957-49BB-A98D-D9C5B0610696}" srcOrd="1" destOrd="0" presId="urn:microsoft.com/office/officeart/2018/2/layout/IconCircleList"/>
    <dgm:cxn modelId="{1FAF64FA-B29C-C545-9875-C62BD3167049}" type="presParOf" srcId="{6BDA2B45-C7B0-45A1-897D-A4D9062B1764}" destId="{737D3F3F-AE6C-496F-9A93-570D927BF05D}" srcOrd="2" destOrd="0" presId="urn:microsoft.com/office/officeart/2018/2/layout/IconCircleList"/>
    <dgm:cxn modelId="{1BE543FB-AAED-B646-9DA4-7469B42037E2}" type="presParOf" srcId="{6BDA2B45-C7B0-45A1-897D-A4D9062B1764}" destId="{74326DD3-89B0-49BE-9DE5-016B5D70AEE6}" srcOrd="3" destOrd="0" presId="urn:microsoft.com/office/officeart/2018/2/layout/IconCircleList"/>
    <dgm:cxn modelId="{7B09D9F8-0F6A-F943-BA48-9D922491A133}" type="presParOf" srcId="{C64E3DB6-9E26-4C26-AEC8-11FF7E2BB71E}" destId="{8BC35BE2-99F9-48C0-9E19-0562E1935DDD}" srcOrd="5" destOrd="0" presId="urn:microsoft.com/office/officeart/2018/2/layout/IconCircleList"/>
    <dgm:cxn modelId="{BE4535A7-3F4E-E74B-8E84-582AB284D9B5}" type="presParOf" srcId="{C64E3DB6-9E26-4C26-AEC8-11FF7E2BB71E}" destId="{65A2ACC0-84AA-42EB-818E-A8FBD75BC073}" srcOrd="6" destOrd="0" presId="urn:microsoft.com/office/officeart/2018/2/layout/IconCircleList"/>
    <dgm:cxn modelId="{941BEB59-EE47-E444-93C8-B9B531D81598}" type="presParOf" srcId="{65A2ACC0-84AA-42EB-818E-A8FBD75BC073}" destId="{A4CD2E9D-8490-42F2-8009-3FB72012E282}" srcOrd="0" destOrd="0" presId="urn:microsoft.com/office/officeart/2018/2/layout/IconCircleList"/>
    <dgm:cxn modelId="{21C078A2-0E17-D546-A1D7-03CB7D6F62A2}" type="presParOf" srcId="{65A2ACC0-84AA-42EB-818E-A8FBD75BC073}" destId="{75D9C01A-C685-4CE1-89A8-02D6A25BD4C9}" srcOrd="1" destOrd="0" presId="urn:microsoft.com/office/officeart/2018/2/layout/IconCircleList"/>
    <dgm:cxn modelId="{4D3254A2-1A0B-8F47-A8FC-944A9A402345}" type="presParOf" srcId="{65A2ACC0-84AA-42EB-818E-A8FBD75BC073}" destId="{EAA7B123-35BD-4D5D-9B0F-2B793F263E33}" srcOrd="2" destOrd="0" presId="urn:microsoft.com/office/officeart/2018/2/layout/IconCircleList"/>
    <dgm:cxn modelId="{C5ED0D2D-9942-6949-8F0B-ACE90F5330B6}" type="presParOf" srcId="{65A2ACC0-84AA-42EB-818E-A8FBD75BC073}" destId="{624BD527-4A98-4D18-BE67-F62F5D74FB66}" srcOrd="3" destOrd="0" presId="urn:microsoft.com/office/officeart/2018/2/layout/IconCircleList"/>
    <dgm:cxn modelId="{7178707E-F083-014F-A694-8630687F3213}" type="presParOf" srcId="{C64E3DB6-9E26-4C26-AEC8-11FF7E2BB71E}" destId="{D496F941-01BD-41D5-BFD7-51A7880796A9}" srcOrd="7" destOrd="0" presId="urn:microsoft.com/office/officeart/2018/2/layout/IconCircleList"/>
    <dgm:cxn modelId="{F11B78FD-0008-0C4C-BFAB-0B6E8D16FFF7}" type="presParOf" srcId="{C64E3DB6-9E26-4C26-AEC8-11FF7E2BB71E}" destId="{46F3C79D-FA01-4B9F-B19E-6F21EE6DE71C}" srcOrd="8" destOrd="0" presId="urn:microsoft.com/office/officeart/2018/2/layout/IconCircleList"/>
    <dgm:cxn modelId="{CFA5805D-5045-4543-B711-025D3F69DC6A}" type="presParOf" srcId="{46F3C79D-FA01-4B9F-B19E-6F21EE6DE71C}" destId="{C2BDECD4-8A78-450B-B368-5081E80E986A}" srcOrd="0" destOrd="0" presId="urn:microsoft.com/office/officeart/2018/2/layout/IconCircleList"/>
    <dgm:cxn modelId="{4DB3F22B-84EF-F74C-9341-2A59834296DB}" type="presParOf" srcId="{46F3C79D-FA01-4B9F-B19E-6F21EE6DE71C}" destId="{64D6A6B0-DB85-420D-8805-30725339588F}" srcOrd="1" destOrd="0" presId="urn:microsoft.com/office/officeart/2018/2/layout/IconCircleList"/>
    <dgm:cxn modelId="{B2F4FF4E-8902-674E-ACA2-99B04E51934F}" type="presParOf" srcId="{46F3C79D-FA01-4B9F-B19E-6F21EE6DE71C}" destId="{ABCD31C9-EE15-4A35-930D-FA3793583326}" srcOrd="2" destOrd="0" presId="urn:microsoft.com/office/officeart/2018/2/layout/IconCircleList"/>
    <dgm:cxn modelId="{6C00E563-136A-B246-BBFE-942FA9845FAF}" type="presParOf" srcId="{46F3C79D-FA01-4B9F-B19E-6F21EE6DE71C}" destId="{D1496039-5E67-4FA0-A8C1-867C34391F3C}" srcOrd="3" destOrd="0" presId="urn:microsoft.com/office/officeart/2018/2/layout/IconCircleList"/>
    <dgm:cxn modelId="{CBFEB0DF-B1D5-264B-8B61-FB29F276A5EC}" type="presParOf" srcId="{C64E3DB6-9E26-4C26-AEC8-11FF7E2BB71E}" destId="{FFEE989D-BFAF-4955-814D-2E29AE7DAE7C}" srcOrd="9" destOrd="0" presId="urn:microsoft.com/office/officeart/2018/2/layout/IconCircleList"/>
    <dgm:cxn modelId="{4E56CFF1-8E91-064B-972A-1149B7115636}" type="presParOf" srcId="{C64E3DB6-9E26-4C26-AEC8-11FF7E2BB71E}" destId="{B61B7261-556E-4E16-BD68-7439EB8C13A8}" srcOrd="10" destOrd="0" presId="urn:microsoft.com/office/officeart/2018/2/layout/IconCircleList"/>
    <dgm:cxn modelId="{AFEA984C-4532-3B44-A448-41CE99FEC366}" type="presParOf" srcId="{B61B7261-556E-4E16-BD68-7439EB8C13A8}" destId="{5D717AE4-9D15-454C-BDCB-0BB304756B34}" srcOrd="0" destOrd="0" presId="urn:microsoft.com/office/officeart/2018/2/layout/IconCircleList"/>
    <dgm:cxn modelId="{C63BFFE0-0856-5E40-B6E6-81486D15F2F8}" type="presParOf" srcId="{B61B7261-556E-4E16-BD68-7439EB8C13A8}" destId="{F6162A40-40D7-4B24-8DDB-91A9CA1B44B1}" srcOrd="1" destOrd="0" presId="urn:microsoft.com/office/officeart/2018/2/layout/IconCircleList"/>
    <dgm:cxn modelId="{044FCAE5-1841-774E-AF1F-8DF5A7F64B22}" type="presParOf" srcId="{B61B7261-556E-4E16-BD68-7439EB8C13A8}" destId="{5325C416-9413-4848-AB24-8568C983E40D}" srcOrd="2" destOrd="0" presId="urn:microsoft.com/office/officeart/2018/2/layout/IconCircleList"/>
    <dgm:cxn modelId="{AC92B186-1E0D-CA4C-8EB1-0F51AFF5C4AB}" type="presParOf" srcId="{B61B7261-556E-4E16-BD68-7439EB8C13A8}" destId="{31B47F13-B11C-4B34-A679-D7ED3CA1CB64}" srcOrd="3" destOrd="0" presId="urn:microsoft.com/office/officeart/2018/2/layout/IconCircle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1838AD2-D55A-C54F-93F5-1880781C78C2}">
      <dsp:nvSpPr>
        <dsp:cNvPr id="0" name=""/>
        <dsp:cNvSpPr/>
      </dsp:nvSpPr>
      <dsp:spPr>
        <a:xfrm>
          <a:off x="0" y="397594"/>
          <a:ext cx="11160124" cy="7938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66150" tIns="291592" rIns="866150" bIns="99568" numCol="1" spcCol="1270" anchor="t" anchorCtr="0">
          <a:noAutofit/>
        </a:bodyPr>
        <a:lstStyle/>
        <a:p>
          <a:pPr marL="114300" lvl="1" indent="-114300" algn="l" defTabSz="622300">
            <a:lnSpc>
              <a:spcPct val="90000"/>
            </a:lnSpc>
            <a:spcBef>
              <a:spcPct val="0"/>
            </a:spcBef>
            <a:spcAft>
              <a:spcPct val="15000"/>
            </a:spcAft>
            <a:buChar char="•"/>
          </a:pPr>
          <a:r>
            <a:rPr lang="en-US" sz="1400" kern="1200" dirty="0"/>
            <a:t>To determine if the VLM model can perform at a level comparable to human annotators in analyzing autonomous trucking scenes and identifying potential annotation errors within the ground truth data.</a:t>
          </a:r>
        </a:p>
      </dsp:txBody>
      <dsp:txXfrm>
        <a:off x="0" y="397594"/>
        <a:ext cx="11160124" cy="793800"/>
      </dsp:txXfrm>
    </dsp:sp>
    <dsp:sp modelId="{34E83724-45A3-1C40-9AD0-6D44AA67BCD4}">
      <dsp:nvSpPr>
        <dsp:cNvPr id="0" name=""/>
        <dsp:cNvSpPr/>
      </dsp:nvSpPr>
      <dsp:spPr>
        <a:xfrm>
          <a:off x="558006" y="190954"/>
          <a:ext cx="7812086" cy="413279"/>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95278" tIns="0" rIns="295278" bIns="0" numCol="1" spcCol="1270" anchor="ctr" anchorCtr="0">
          <a:noAutofit/>
        </a:bodyPr>
        <a:lstStyle/>
        <a:p>
          <a:pPr marL="0" lvl="0" indent="0" algn="l" defTabSz="622300">
            <a:lnSpc>
              <a:spcPct val="90000"/>
            </a:lnSpc>
            <a:spcBef>
              <a:spcPct val="0"/>
            </a:spcBef>
            <a:spcAft>
              <a:spcPct val="35000"/>
            </a:spcAft>
            <a:buNone/>
          </a:pPr>
          <a:r>
            <a:rPr lang="en-US" sz="1400" b="1" kern="1200"/>
            <a:t>What We Want to Achieve</a:t>
          </a:r>
          <a:r>
            <a:rPr lang="en-US" sz="1400" kern="1200"/>
            <a:t>: </a:t>
          </a:r>
        </a:p>
      </dsp:txBody>
      <dsp:txXfrm>
        <a:off x="578181" y="211129"/>
        <a:ext cx="7771736" cy="372929"/>
      </dsp:txXfrm>
    </dsp:sp>
    <dsp:sp modelId="{85C6D16E-D61A-874E-9F04-3029266270FA}">
      <dsp:nvSpPr>
        <dsp:cNvPr id="0" name=""/>
        <dsp:cNvSpPr/>
      </dsp:nvSpPr>
      <dsp:spPr>
        <a:xfrm>
          <a:off x="0" y="1473634"/>
          <a:ext cx="11160124" cy="16317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66150" tIns="291592" rIns="866150" bIns="99568" numCol="1" spcCol="1270" anchor="t" anchorCtr="0">
          <a:noAutofit/>
        </a:bodyPr>
        <a:lstStyle/>
        <a:p>
          <a:pPr marL="114300" lvl="1" indent="-114300" algn="l" defTabSz="622300">
            <a:lnSpc>
              <a:spcPct val="90000"/>
            </a:lnSpc>
            <a:spcBef>
              <a:spcPct val="0"/>
            </a:spcBef>
            <a:spcAft>
              <a:spcPct val="15000"/>
            </a:spcAft>
            <a:buChar char="•"/>
          </a:pPr>
          <a:r>
            <a:rPr lang="en-US" sz="1400" b="1" kern="1200" dirty="0"/>
            <a:t>Human-Level Accuracy</a:t>
          </a:r>
          <a:r>
            <a:rPr lang="en-US" sz="1400" kern="1200" dirty="0"/>
            <a:t>: Evaluate if the model can achieve human-like accuracy in scene categorization across key elements such as weather, area, structure, lighting, and construction.</a:t>
          </a:r>
        </a:p>
        <a:p>
          <a:pPr marL="114300" lvl="1" indent="-114300" algn="l" defTabSz="622300">
            <a:lnSpc>
              <a:spcPct val="90000"/>
            </a:lnSpc>
            <a:spcBef>
              <a:spcPct val="0"/>
            </a:spcBef>
            <a:spcAft>
              <a:spcPct val="15000"/>
            </a:spcAft>
            <a:buChar char="•"/>
          </a:pPr>
          <a:r>
            <a:rPr lang="en-US" sz="1400" b="1" kern="1200" dirty="0"/>
            <a:t>Identify Annotation Errors</a:t>
          </a:r>
          <a:r>
            <a:rPr lang="en-US" sz="1400" kern="1200" dirty="0"/>
            <a:t>: Use model results to verify and potentially highlight inconsistencies or errors in ground truth annotations.</a:t>
          </a:r>
        </a:p>
        <a:p>
          <a:pPr marL="114300" lvl="1" indent="-114300" algn="l" defTabSz="622300">
            <a:lnSpc>
              <a:spcPct val="90000"/>
            </a:lnSpc>
            <a:spcBef>
              <a:spcPct val="0"/>
            </a:spcBef>
            <a:spcAft>
              <a:spcPct val="15000"/>
            </a:spcAft>
            <a:buChar char="•"/>
          </a:pPr>
          <a:r>
            <a:rPr lang="en-US" sz="1400" b="1" kern="1200" dirty="0"/>
            <a:t>Investigate Potential Applications</a:t>
          </a:r>
          <a:r>
            <a:rPr lang="en-US" sz="1400" kern="1200" dirty="0"/>
            <a:t>: Explore other practical applications where this model’s ability to interpret scenes could be beneficial.</a:t>
          </a:r>
        </a:p>
      </dsp:txBody>
      <dsp:txXfrm>
        <a:off x="0" y="1473634"/>
        <a:ext cx="11160124" cy="1631700"/>
      </dsp:txXfrm>
    </dsp:sp>
    <dsp:sp modelId="{3CE98635-AF42-8943-B014-FE3EACF8862D}">
      <dsp:nvSpPr>
        <dsp:cNvPr id="0" name=""/>
        <dsp:cNvSpPr/>
      </dsp:nvSpPr>
      <dsp:spPr>
        <a:xfrm>
          <a:off x="558006" y="1266994"/>
          <a:ext cx="7812086" cy="413279"/>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95278" tIns="0" rIns="295278" bIns="0" numCol="1" spcCol="1270" anchor="ctr" anchorCtr="0">
          <a:noAutofit/>
        </a:bodyPr>
        <a:lstStyle/>
        <a:p>
          <a:pPr marL="0" lvl="0" indent="0" algn="l" defTabSz="622300">
            <a:lnSpc>
              <a:spcPct val="90000"/>
            </a:lnSpc>
            <a:spcBef>
              <a:spcPct val="0"/>
            </a:spcBef>
            <a:spcAft>
              <a:spcPct val="35000"/>
            </a:spcAft>
            <a:buNone/>
          </a:pPr>
          <a:r>
            <a:rPr lang="en-US" sz="1400" b="1" kern="1200"/>
            <a:t>Objectives</a:t>
          </a:r>
          <a:r>
            <a:rPr lang="en-US" sz="1400" kern="1200"/>
            <a:t>:</a:t>
          </a:r>
        </a:p>
      </dsp:txBody>
      <dsp:txXfrm>
        <a:off x="578181" y="1287169"/>
        <a:ext cx="7771736" cy="372929"/>
      </dsp:txXfrm>
    </dsp:sp>
    <dsp:sp modelId="{269754B1-0BEC-0D44-BCE8-73B1B677913F}">
      <dsp:nvSpPr>
        <dsp:cNvPr id="0" name=""/>
        <dsp:cNvSpPr/>
      </dsp:nvSpPr>
      <dsp:spPr>
        <a:xfrm>
          <a:off x="0" y="3387574"/>
          <a:ext cx="11160124" cy="584325"/>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66150" tIns="291592" rIns="866150" bIns="99568" numCol="1" spcCol="1270" anchor="t" anchorCtr="0">
          <a:noAutofit/>
        </a:bodyPr>
        <a:lstStyle/>
        <a:p>
          <a:pPr marL="114300" lvl="1" indent="-114300" algn="l" defTabSz="622300">
            <a:lnSpc>
              <a:spcPct val="90000"/>
            </a:lnSpc>
            <a:spcBef>
              <a:spcPct val="0"/>
            </a:spcBef>
            <a:spcAft>
              <a:spcPct val="15000"/>
            </a:spcAft>
            <a:buChar char="•"/>
          </a:pPr>
          <a:r>
            <a:rPr lang="en-US" sz="1400" kern="1200" dirty="0"/>
            <a:t>How accurately does the </a:t>
          </a:r>
          <a:r>
            <a:rPr lang="en-US" sz="1400" kern="1200" dirty="0" err="1"/>
            <a:t>LLaVA</a:t>
          </a:r>
          <a:r>
            <a:rPr lang="en-US" sz="1400" kern="1200" dirty="0"/>
            <a:t> model describes a scene compared to ground truth?</a:t>
          </a:r>
        </a:p>
      </dsp:txBody>
      <dsp:txXfrm>
        <a:off x="0" y="3387574"/>
        <a:ext cx="11160124" cy="584325"/>
      </dsp:txXfrm>
    </dsp:sp>
    <dsp:sp modelId="{81BFF9F2-6C4E-BD40-B224-F19C98187C30}">
      <dsp:nvSpPr>
        <dsp:cNvPr id="0" name=""/>
        <dsp:cNvSpPr/>
      </dsp:nvSpPr>
      <dsp:spPr>
        <a:xfrm>
          <a:off x="558006" y="3180934"/>
          <a:ext cx="7812086" cy="413279"/>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95278" tIns="0" rIns="295278" bIns="0" numCol="1" spcCol="1270" anchor="ctr" anchorCtr="0">
          <a:noAutofit/>
        </a:bodyPr>
        <a:lstStyle/>
        <a:p>
          <a:pPr marL="0" lvl="0" indent="0" algn="l" defTabSz="622300">
            <a:lnSpc>
              <a:spcPct val="90000"/>
            </a:lnSpc>
            <a:spcBef>
              <a:spcPct val="0"/>
            </a:spcBef>
            <a:spcAft>
              <a:spcPct val="35000"/>
            </a:spcAft>
            <a:buNone/>
          </a:pPr>
          <a:r>
            <a:rPr lang="en-US" sz="1400" b="1" kern="1200" dirty="0"/>
            <a:t>Hypothesis</a:t>
          </a:r>
          <a:r>
            <a:rPr lang="en-US" sz="1400" kern="1200" dirty="0"/>
            <a:t>:</a:t>
          </a:r>
        </a:p>
      </dsp:txBody>
      <dsp:txXfrm>
        <a:off x="578181" y="3201109"/>
        <a:ext cx="7771736" cy="372929"/>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4B36A35-AA9D-4561-8BF0-C03E4E2A8D19}">
      <dsp:nvSpPr>
        <dsp:cNvPr id="0" name=""/>
        <dsp:cNvSpPr/>
      </dsp:nvSpPr>
      <dsp:spPr>
        <a:xfrm>
          <a:off x="-181935" y="7920"/>
          <a:ext cx="11160124" cy="549639"/>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C984629-157B-4F71-99DA-C21CC4B9D4F5}">
      <dsp:nvSpPr>
        <dsp:cNvPr id="0" name=""/>
        <dsp:cNvSpPr/>
      </dsp:nvSpPr>
      <dsp:spPr>
        <a:xfrm>
          <a:off x="-15669" y="131589"/>
          <a:ext cx="302301" cy="302301"/>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7CCECF23-F367-4A15-B9C5-3793AB99A6A9}">
      <dsp:nvSpPr>
        <dsp:cNvPr id="0" name=""/>
        <dsp:cNvSpPr/>
      </dsp:nvSpPr>
      <dsp:spPr>
        <a:xfrm>
          <a:off x="452898" y="7920"/>
          <a:ext cx="10524048" cy="54963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8170" tIns="58170" rIns="58170" bIns="58170" numCol="1" spcCol="1270" anchor="ctr" anchorCtr="0">
          <a:noAutofit/>
        </a:bodyPr>
        <a:lstStyle/>
        <a:p>
          <a:pPr marL="0" lvl="0" indent="0" algn="l" defTabSz="622300">
            <a:lnSpc>
              <a:spcPct val="100000"/>
            </a:lnSpc>
            <a:spcBef>
              <a:spcPct val="0"/>
            </a:spcBef>
            <a:spcAft>
              <a:spcPct val="35000"/>
            </a:spcAft>
            <a:buNone/>
          </a:pPr>
          <a:r>
            <a:rPr lang="en-US" sz="1400" kern="1200" dirty="0"/>
            <a:t>A Vision-Language Model (VLM) is an AI system that integrates visual and textual data processing.</a:t>
          </a:r>
        </a:p>
      </dsp:txBody>
      <dsp:txXfrm>
        <a:off x="452898" y="7920"/>
        <a:ext cx="10524048" cy="549639"/>
      </dsp:txXfrm>
    </dsp:sp>
    <dsp:sp modelId="{4186EF5E-AFB2-4FD7-9D2B-66B5E4C322D5}">
      <dsp:nvSpPr>
        <dsp:cNvPr id="0" name=""/>
        <dsp:cNvSpPr/>
      </dsp:nvSpPr>
      <dsp:spPr>
        <a:xfrm>
          <a:off x="-181935" y="694969"/>
          <a:ext cx="11160124" cy="549639"/>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6EF3963-24A1-4976-9EC2-AD23A587457E}">
      <dsp:nvSpPr>
        <dsp:cNvPr id="0" name=""/>
        <dsp:cNvSpPr/>
      </dsp:nvSpPr>
      <dsp:spPr>
        <a:xfrm>
          <a:off x="-15669" y="818638"/>
          <a:ext cx="302301" cy="302301"/>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93DAD648-5BB3-4AE3-8308-DD6E7B4ECBD6}">
      <dsp:nvSpPr>
        <dsp:cNvPr id="0" name=""/>
        <dsp:cNvSpPr/>
      </dsp:nvSpPr>
      <dsp:spPr>
        <a:xfrm>
          <a:off x="452898" y="694969"/>
          <a:ext cx="10524048" cy="54963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8170" tIns="58170" rIns="58170" bIns="58170" numCol="1" spcCol="1270" anchor="ctr" anchorCtr="0">
          <a:noAutofit/>
        </a:bodyPr>
        <a:lstStyle/>
        <a:p>
          <a:pPr marL="0" lvl="0" indent="0" algn="l" defTabSz="622300">
            <a:lnSpc>
              <a:spcPct val="100000"/>
            </a:lnSpc>
            <a:spcBef>
              <a:spcPct val="0"/>
            </a:spcBef>
            <a:spcAft>
              <a:spcPct val="35000"/>
            </a:spcAft>
            <a:buNone/>
          </a:pPr>
          <a:r>
            <a:rPr lang="en-US" sz="1400" kern="1200" dirty="0"/>
            <a:t>Combines computer vision and natural language processing to interpret and generate both image and text content.</a:t>
          </a:r>
        </a:p>
      </dsp:txBody>
      <dsp:txXfrm>
        <a:off x="452898" y="694969"/>
        <a:ext cx="10524048" cy="549639"/>
      </dsp:txXfrm>
    </dsp:sp>
    <dsp:sp modelId="{DD6294D4-2B59-4061-96BE-4E8EB64F305C}">
      <dsp:nvSpPr>
        <dsp:cNvPr id="0" name=""/>
        <dsp:cNvSpPr/>
      </dsp:nvSpPr>
      <dsp:spPr>
        <a:xfrm>
          <a:off x="-181935" y="1382018"/>
          <a:ext cx="11160124" cy="1049613"/>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1D5093B-9E62-4AB8-8E6A-8DDD99766628}">
      <dsp:nvSpPr>
        <dsp:cNvPr id="0" name=""/>
        <dsp:cNvSpPr/>
      </dsp:nvSpPr>
      <dsp:spPr>
        <a:xfrm>
          <a:off x="-15669" y="1755674"/>
          <a:ext cx="302301" cy="302301"/>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F3EC8B3-E515-40D3-B223-39E0FD9039F5}">
      <dsp:nvSpPr>
        <dsp:cNvPr id="0" name=""/>
        <dsp:cNvSpPr/>
      </dsp:nvSpPr>
      <dsp:spPr>
        <a:xfrm>
          <a:off x="452898" y="1632006"/>
          <a:ext cx="5022055" cy="54963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8170" tIns="58170" rIns="58170" bIns="58170" numCol="1" spcCol="1270" anchor="ctr" anchorCtr="0">
          <a:noAutofit/>
        </a:bodyPr>
        <a:lstStyle/>
        <a:p>
          <a:pPr marL="0" lvl="0" indent="0" algn="l" defTabSz="622300">
            <a:lnSpc>
              <a:spcPct val="100000"/>
            </a:lnSpc>
            <a:spcBef>
              <a:spcPct val="0"/>
            </a:spcBef>
            <a:spcAft>
              <a:spcPct val="35000"/>
            </a:spcAft>
            <a:buNone/>
          </a:pPr>
          <a:r>
            <a:rPr lang="en-US" sz="1400" kern="1200" dirty="0"/>
            <a:t>Key Features:</a:t>
          </a:r>
        </a:p>
      </dsp:txBody>
      <dsp:txXfrm>
        <a:off x="452898" y="1632006"/>
        <a:ext cx="5022055" cy="549639"/>
      </dsp:txXfrm>
    </dsp:sp>
    <dsp:sp modelId="{9FDE3841-0546-42BA-B6B5-6A1EA44AEFAA}">
      <dsp:nvSpPr>
        <dsp:cNvPr id="0" name=""/>
        <dsp:cNvSpPr/>
      </dsp:nvSpPr>
      <dsp:spPr>
        <a:xfrm>
          <a:off x="5109841" y="1519711"/>
          <a:ext cx="6232217" cy="77422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8170" tIns="58170" rIns="58170" bIns="58170" numCol="1" spcCol="1270" anchor="ctr" anchorCtr="0">
          <a:noAutofit/>
        </a:bodyPr>
        <a:lstStyle/>
        <a:p>
          <a:pPr marL="0" lvl="0" indent="0" algn="l" defTabSz="488950">
            <a:lnSpc>
              <a:spcPct val="100000"/>
            </a:lnSpc>
            <a:spcBef>
              <a:spcPct val="0"/>
            </a:spcBef>
            <a:spcAft>
              <a:spcPct val="35000"/>
            </a:spcAft>
            <a:buNone/>
          </a:pPr>
          <a:r>
            <a:rPr lang="en-US" sz="1100" kern="1200" dirty="0"/>
            <a:t>• </a:t>
          </a:r>
          <a:r>
            <a:rPr lang="en-US" sz="1100" b="1" kern="1200" dirty="0"/>
            <a:t>Multimodal Processing: </a:t>
          </a:r>
          <a:r>
            <a:rPr lang="en-US" sz="1100" kern="1200" dirty="0"/>
            <a:t>Simultaneously analyzes visual and textual inputs for a comprehensive understanding.</a:t>
          </a:r>
        </a:p>
        <a:p>
          <a:pPr marL="0" lvl="0" indent="0" algn="l" defTabSz="488950">
            <a:lnSpc>
              <a:spcPct val="100000"/>
            </a:lnSpc>
            <a:spcBef>
              <a:spcPct val="0"/>
            </a:spcBef>
            <a:spcAft>
              <a:spcPct val="35000"/>
            </a:spcAft>
            <a:buNone/>
          </a:pPr>
          <a:r>
            <a:rPr lang="en-US" sz="1100" kern="1200" dirty="0"/>
            <a:t>• </a:t>
          </a:r>
          <a:r>
            <a:rPr lang="en-US" sz="1100" b="1" kern="1200" dirty="0"/>
            <a:t>Unified Representation: </a:t>
          </a:r>
          <a:r>
            <a:rPr lang="en-US" sz="1100" kern="1200" dirty="0"/>
            <a:t>Creates joint representations of visual and linguistic information for cross-modal comprehension.</a:t>
          </a:r>
        </a:p>
      </dsp:txBody>
      <dsp:txXfrm>
        <a:off x="5109841" y="1519711"/>
        <a:ext cx="6232217" cy="774227"/>
      </dsp:txXfrm>
    </dsp:sp>
    <dsp:sp modelId="{339BB393-7B7B-4CD4-87EB-13C4CC3DC899}">
      <dsp:nvSpPr>
        <dsp:cNvPr id="0" name=""/>
        <dsp:cNvSpPr/>
      </dsp:nvSpPr>
      <dsp:spPr>
        <a:xfrm>
          <a:off x="-181935" y="2569042"/>
          <a:ext cx="11160124" cy="898841"/>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FAA6DCA-A95D-42ED-BCD1-E79FB9332F88}">
      <dsp:nvSpPr>
        <dsp:cNvPr id="0" name=""/>
        <dsp:cNvSpPr/>
      </dsp:nvSpPr>
      <dsp:spPr>
        <a:xfrm>
          <a:off x="-15669" y="2867312"/>
          <a:ext cx="302301" cy="302301"/>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AD7EBD4-AEA3-4D77-9F8E-0E418FF50CB3}">
      <dsp:nvSpPr>
        <dsp:cNvPr id="0" name=""/>
        <dsp:cNvSpPr/>
      </dsp:nvSpPr>
      <dsp:spPr>
        <a:xfrm>
          <a:off x="452898" y="2743643"/>
          <a:ext cx="5022055" cy="54963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8170" tIns="58170" rIns="58170" bIns="58170" numCol="1" spcCol="1270" anchor="ctr" anchorCtr="0">
          <a:noAutofit/>
        </a:bodyPr>
        <a:lstStyle/>
        <a:p>
          <a:pPr marL="0" lvl="0" indent="0" algn="l" defTabSz="622300">
            <a:lnSpc>
              <a:spcPct val="100000"/>
            </a:lnSpc>
            <a:spcBef>
              <a:spcPct val="0"/>
            </a:spcBef>
            <a:spcAft>
              <a:spcPct val="35000"/>
            </a:spcAft>
            <a:buNone/>
          </a:pPr>
          <a:r>
            <a:rPr lang="en-US" sz="1400" kern="1200" dirty="0"/>
            <a:t>Applications:</a:t>
          </a:r>
        </a:p>
      </dsp:txBody>
      <dsp:txXfrm>
        <a:off x="452898" y="2743643"/>
        <a:ext cx="5022055" cy="549639"/>
      </dsp:txXfrm>
    </dsp:sp>
    <dsp:sp modelId="{F2B0A0BE-4CA7-4082-BCA7-A284E036BDA1}">
      <dsp:nvSpPr>
        <dsp:cNvPr id="0" name=""/>
        <dsp:cNvSpPr/>
      </dsp:nvSpPr>
      <dsp:spPr>
        <a:xfrm>
          <a:off x="5113033" y="2608671"/>
          <a:ext cx="6225835" cy="81958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8170" tIns="58170" rIns="58170" bIns="58170" numCol="1" spcCol="1270" anchor="ctr" anchorCtr="0">
          <a:noAutofit/>
        </a:bodyPr>
        <a:lstStyle/>
        <a:p>
          <a:pPr marL="0" lvl="0" indent="0" algn="l" defTabSz="488950">
            <a:lnSpc>
              <a:spcPct val="100000"/>
            </a:lnSpc>
            <a:spcBef>
              <a:spcPct val="0"/>
            </a:spcBef>
            <a:spcAft>
              <a:spcPct val="35000"/>
            </a:spcAft>
            <a:buNone/>
          </a:pPr>
          <a:r>
            <a:rPr lang="en-US" sz="1100" b="1" kern="1200" dirty="0"/>
            <a:t>• Image Captioning: </a:t>
          </a:r>
          <a:r>
            <a:rPr lang="en-US" sz="1100" kern="1200" dirty="0"/>
            <a:t>Generates descriptive text for images.</a:t>
          </a:r>
        </a:p>
        <a:p>
          <a:pPr marL="0" lvl="0" indent="0" algn="l" defTabSz="488950">
            <a:lnSpc>
              <a:spcPct val="100000"/>
            </a:lnSpc>
            <a:spcBef>
              <a:spcPct val="0"/>
            </a:spcBef>
            <a:spcAft>
              <a:spcPct val="35000"/>
            </a:spcAft>
            <a:buNone/>
          </a:pPr>
          <a:r>
            <a:rPr lang="en-US" sz="1100" b="1" kern="1200" dirty="0"/>
            <a:t>• Visual Question Answering (VQA): </a:t>
          </a:r>
          <a:r>
            <a:rPr lang="en-US" sz="1100" kern="1200" dirty="0"/>
            <a:t>Answers questions based on visual content.</a:t>
          </a:r>
        </a:p>
        <a:p>
          <a:pPr marL="0" lvl="0" indent="0" algn="l" defTabSz="488950">
            <a:lnSpc>
              <a:spcPct val="100000"/>
            </a:lnSpc>
            <a:spcBef>
              <a:spcPct val="0"/>
            </a:spcBef>
            <a:spcAft>
              <a:spcPct val="35000"/>
            </a:spcAft>
            <a:buNone/>
          </a:pPr>
          <a:r>
            <a:rPr lang="en-US" sz="1100" kern="1200" dirty="0"/>
            <a:t>• </a:t>
          </a:r>
          <a:r>
            <a:rPr lang="en-US" sz="1100" b="1" kern="1200" dirty="0"/>
            <a:t>Text-to-Image Generation: </a:t>
          </a:r>
          <a:r>
            <a:rPr lang="en-US" sz="1100" kern="1200" dirty="0"/>
            <a:t>Creates images from textual descriptions.</a:t>
          </a:r>
        </a:p>
      </dsp:txBody>
      <dsp:txXfrm>
        <a:off x="5113033" y="2608671"/>
        <a:ext cx="6225835" cy="819583"/>
      </dsp:txXfrm>
    </dsp:sp>
    <dsp:sp modelId="{F2CFF5AD-DFF0-417B-A917-AB4F72BE61E5}">
      <dsp:nvSpPr>
        <dsp:cNvPr id="0" name=""/>
        <dsp:cNvSpPr/>
      </dsp:nvSpPr>
      <dsp:spPr>
        <a:xfrm>
          <a:off x="-181935" y="3605294"/>
          <a:ext cx="11160124" cy="549639"/>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BB2C63E-F616-49BE-9FA2-92668B50D2CB}">
      <dsp:nvSpPr>
        <dsp:cNvPr id="0" name=""/>
        <dsp:cNvSpPr/>
      </dsp:nvSpPr>
      <dsp:spPr>
        <a:xfrm>
          <a:off x="-15669" y="3728963"/>
          <a:ext cx="302301" cy="302301"/>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FBDB954D-8538-4A53-889A-C05F5C02EDAC}">
      <dsp:nvSpPr>
        <dsp:cNvPr id="0" name=""/>
        <dsp:cNvSpPr/>
      </dsp:nvSpPr>
      <dsp:spPr>
        <a:xfrm>
          <a:off x="452898" y="3605294"/>
          <a:ext cx="10524048" cy="54963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8170" tIns="58170" rIns="58170" bIns="58170" numCol="1" spcCol="1270" anchor="ctr" anchorCtr="0">
          <a:noAutofit/>
        </a:bodyPr>
        <a:lstStyle/>
        <a:p>
          <a:pPr marL="0" lvl="0" indent="0" algn="l" defTabSz="622300">
            <a:lnSpc>
              <a:spcPct val="100000"/>
            </a:lnSpc>
            <a:spcBef>
              <a:spcPct val="0"/>
            </a:spcBef>
            <a:spcAft>
              <a:spcPct val="35000"/>
            </a:spcAft>
            <a:buNone/>
          </a:pPr>
          <a:r>
            <a:rPr lang="en-US" sz="1400" kern="1200" dirty="0"/>
            <a:t>Example: Given an image of a bustling city street, a VLM can generate a caption like 'A busy urban street with pedestrians and vehicles,' showcasing its ability to interpret and describe scenes.</a:t>
          </a:r>
        </a:p>
      </dsp:txBody>
      <dsp:txXfrm>
        <a:off x="452898" y="3605294"/>
        <a:ext cx="10524048" cy="549639"/>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28FBE27-BC71-7E4E-AFBA-866EAE00781B}">
      <dsp:nvSpPr>
        <dsp:cNvPr id="0" name=""/>
        <dsp:cNvSpPr/>
      </dsp:nvSpPr>
      <dsp:spPr>
        <a:xfrm>
          <a:off x="0" y="3307746"/>
          <a:ext cx="7017080" cy="1085676"/>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666750">
            <a:lnSpc>
              <a:spcPct val="90000"/>
            </a:lnSpc>
            <a:spcBef>
              <a:spcPct val="0"/>
            </a:spcBef>
            <a:spcAft>
              <a:spcPct val="35000"/>
            </a:spcAft>
            <a:buNone/>
          </a:pPr>
          <a:r>
            <a:rPr lang="en-US" sz="1500" kern="1200" dirty="0"/>
            <a:t>Key Technical Features:</a:t>
          </a:r>
        </a:p>
      </dsp:txBody>
      <dsp:txXfrm>
        <a:off x="0" y="3307746"/>
        <a:ext cx="7017080" cy="586265"/>
      </dsp:txXfrm>
    </dsp:sp>
    <dsp:sp modelId="{11F91F8D-8B9C-7E46-BCA1-8A6FA3ADC0F1}">
      <dsp:nvSpPr>
        <dsp:cNvPr id="0" name=""/>
        <dsp:cNvSpPr/>
      </dsp:nvSpPr>
      <dsp:spPr>
        <a:xfrm>
          <a:off x="0" y="3872298"/>
          <a:ext cx="1754270" cy="499411"/>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2456" tIns="16510" rIns="92456" bIns="16510" numCol="1" spcCol="1270" anchor="ctr" anchorCtr="0">
          <a:noAutofit/>
        </a:bodyPr>
        <a:lstStyle/>
        <a:p>
          <a:pPr marL="0" lvl="0" indent="0" algn="ctr" defTabSz="577850">
            <a:lnSpc>
              <a:spcPct val="90000"/>
            </a:lnSpc>
            <a:spcBef>
              <a:spcPct val="0"/>
            </a:spcBef>
            <a:spcAft>
              <a:spcPct val="35000"/>
            </a:spcAft>
            <a:buNone/>
          </a:pPr>
          <a:r>
            <a:rPr lang="en-US" sz="1300" b="1" kern="1200" dirty="0"/>
            <a:t>7 billion Parameters</a:t>
          </a:r>
        </a:p>
      </dsp:txBody>
      <dsp:txXfrm>
        <a:off x="0" y="3872298"/>
        <a:ext cx="1754270" cy="499411"/>
      </dsp:txXfrm>
    </dsp:sp>
    <dsp:sp modelId="{51FF5741-81B3-EE43-AD01-6E1D100F1676}">
      <dsp:nvSpPr>
        <dsp:cNvPr id="0" name=""/>
        <dsp:cNvSpPr/>
      </dsp:nvSpPr>
      <dsp:spPr>
        <a:xfrm>
          <a:off x="1754269" y="3872298"/>
          <a:ext cx="1754270" cy="499411"/>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2456" tIns="16510" rIns="92456" bIns="16510" numCol="1" spcCol="1270" anchor="ctr" anchorCtr="0">
          <a:noAutofit/>
        </a:bodyPr>
        <a:lstStyle/>
        <a:p>
          <a:pPr marL="0" lvl="0" indent="0" algn="ctr" defTabSz="577850">
            <a:lnSpc>
              <a:spcPct val="90000"/>
            </a:lnSpc>
            <a:spcBef>
              <a:spcPct val="0"/>
            </a:spcBef>
            <a:spcAft>
              <a:spcPct val="35000"/>
            </a:spcAft>
            <a:buNone/>
          </a:pPr>
          <a:r>
            <a:rPr lang="en-US" sz="1300" b="1" kern="1200" dirty="0"/>
            <a:t>Enhanced Language Model</a:t>
          </a:r>
          <a:endParaRPr lang="en-US" sz="1300" kern="1200" dirty="0"/>
        </a:p>
      </dsp:txBody>
      <dsp:txXfrm>
        <a:off x="1754269" y="3872298"/>
        <a:ext cx="1754270" cy="499411"/>
      </dsp:txXfrm>
    </dsp:sp>
    <dsp:sp modelId="{041ED0F4-8116-D645-8206-54EC0BD9DC79}">
      <dsp:nvSpPr>
        <dsp:cNvPr id="0" name=""/>
        <dsp:cNvSpPr/>
      </dsp:nvSpPr>
      <dsp:spPr>
        <a:xfrm>
          <a:off x="3508540" y="3872298"/>
          <a:ext cx="1754270" cy="499411"/>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2456" tIns="16510" rIns="92456" bIns="16510" numCol="1" spcCol="1270" anchor="ctr" anchorCtr="0">
          <a:noAutofit/>
        </a:bodyPr>
        <a:lstStyle/>
        <a:p>
          <a:pPr marL="0" lvl="0" indent="0" algn="ctr" defTabSz="577850">
            <a:lnSpc>
              <a:spcPct val="90000"/>
            </a:lnSpc>
            <a:spcBef>
              <a:spcPct val="0"/>
            </a:spcBef>
            <a:spcAft>
              <a:spcPct val="35000"/>
            </a:spcAft>
            <a:buNone/>
          </a:pPr>
          <a:r>
            <a:rPr lang="en-US" sz="1300" b="1" kern="1200" dirty="0"/>
            <a:t>Diverse and High-Quality Data</a:t>
          </a:r>
          <a:endParaRPr lang="en-US" sz="1300" kern="1200" dirty="0"/>
        </a:p>
      </dsp:txBody>
      <dsp:txXfrm>
        <a:off x="3508540" y="3872298"/>
        <a:ext cx="1754270" cy="499411"/>
      </dsp:txXfrm>
    </dsp:sp>
    <dsp:sp modelId="{15189DE0-EC26-BB4C-A25C-32B61011BBE3}">
      <dsp:nvSpPr>
        <dsp:cNvPr id="0" name=""/>
        <dsp:cNvSpPr/>
      </dsp:nvSpPr>
      <dsp:spPr>
        <a:xfrm>
          <a:off x="5262810" y="3872298"/>
          <a:ext cx="1754270" cy="499411"/>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2456" tIns="16510" rIns="92456" bIns="16510" numCol="1" spcCol="1270" anchor="ctr" anchorCtr="0">
          <a:noAutofit/>
        </a:bodyPr>
        <a:lstStyle/>
        <a:p>
          <a:pPr marL="0" lvl="0" indent="0" algn="ctr" defTabSz="577850">
            <a:lnSpc>
              <a:spcPct val="90000"/>
            </a:lnSpc>
            <a:spcBef>
              <a:spcPct val="0"/>
            </a:spcBef>
            <a:spcAft>
              <a:spcPct val="35000"/>
            </a:spcAft>
            <a:buNone/>
          </a:pPr>
          <a:r>
            <a:rPr lang="en-US" sz="1300" b="1" kern="1200" dirty="0"/>
            <a:t>High-Resolution Processing</a:t>
          </a:r>
          <a:endParaRPr lang="en-US" sz="1300" kern="1200" dirty="0"/>
        </a:p>
      </dsp:txBody>
      <dsp:txXfrm>
        <a:off x="5262810" y="3872298"/>
        <a:ext cx="1754270" cy="499411"/>
      </dsp:txXfrm>
    </dsp:sp>
    <dsp:sp modelId="{A9C7370B-0588-F740-80E7-A34BA406D581}">
      <dsp:nvSpPr>
        <dsp:cNvPr id="0" name=""/>
        <dsp:cNvSpPr/>
      </dsp:nvSpPr>
      <dsp:spPr>
        <a:xfrm rot="10800000">
          <a:off x="0" y="1654261"/>
          <a:ext cx="7017080" cy="1669770"/>
        </a:xfrm>
        <a:prstGeom prst="upArrowCallou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666750">
            <a:lnSpc>
              <a:spcPct val="90000"/>
            </a:lnSpc>
            <a:spcBef>
              <a:spcPct val="0"/>
            </a:spcBef>
            <a:spcAft>
              <a:spcPct val="35000"/>
            </a:spcAft>
            <a:buNone/>
          </a:pPr>
          <a:r>
            <a:rPr lang="en-US" sz="1500" kern="1200" dirty="0"/>
            <a:t>It integrates a language model (Mistral-7B) with a vision encoder to process and generate both text and image data for applications such as image captioning, visual question answering, and multimodal chatbots.</a:t>
          </a:r>
        </a:p>
      </dsp:txBody>
      <dsp:txXfrm rot="10800000">
        <a:off x="0" y="1654261"/>
        <a:ext cx="7017080" cy="1084966"/>
      </dsp:txXfrm>
    </dsp:sp>
    <dsp:sp modelId="{C9BF5F28-37F0-7743-9C50-D86E60550AD6}">
      <dsp:nvSpPr>
        <dsp:cNvPr id="0" name=""/>
        <dsp:cNvSpPr/>
      </dsp:nvSpPr>
      <dsp:spPr>
        <a:xfrm rot="10800000">
          <a:off x="0" y="776"/>
          <a:ext cx="7017080" cy="1669770"/>
        </a:xfrm>
        <a:prstGeom prst="upArrowCallou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666750">
            <a:lnSpc>
              <a:spcPct val="90000"/>
            </a:lnSpc>
            <a:spcBef>
              <a:spcPct val="0"/>
            </a:spcBef>
            <a:spcAft>
              <a:spcPct val="35000"/>
            </a:spcAft>
            <a:buNone/>
          </a:pPr>
          <a:r>
            <a:rPr lang="en-US" sz="1500" kern="1200" dirty="0"/>
            <a:t>LLaVA-v1.6-Mistral-7B-HF is an open-source multimodal model with 7 billion parameters.</a:t>
          </a:r>
        </a:p>
      </dsp:txBody>
      <dsp:txXfrm rot="10800000">
        <a:off x="0" y="776"/>
        <a:ext cx="7017080" cy="1084966"/>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70F5593-96D4-5849-8BC2-7C412AB207B8}">
      <dsp:nvSpPr>
        <dsp:cNvPr id="0" name=""/>
        <dsp:cNvSpPr/>
      </dsp:nvSpPr>
      <dsp:spPr>
        <a:xfrm>
          <a:off x="0" y="3360637"/>
          <a:ext cx="8229600" cy="1118231"/>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2240" tIns="142240" rIns="142240" bIns="142240" numCol="1" spcCol="1270" anchor="ctr" anchorCtr="0">
          <a:noAutofit/>
        </a:bodyPr>
        <a:lstStyle/>
        <a:p>
          <a:pPr marL="0" lvl="0" indent="0" algn="ctr" defTabSz="889000">
            <a:lnSpc>
              <a:spcPct val="90000"/>
            </a:lnSpc>
            <a:spcBef>
              <a:spcPct val="0"/>
            </a:spcBef>
            <a:spcAft>
              <a:spcPct val="35000"/>
            </a:spcAft>
            <a:buNone/>
          </a:pPr>
          <a:r>
            <a:rPr lang="en-US" sz="2000" kern="1200" dirty="0"/>
            <a:t>Example Scene Description:</a:t>
          </a:r>
        </a:p>
      </dsp:txBody>
      <dsp:txXfrm>
        <a:off x="0" y="3360637"/>
        <a:ext cx="8229600" cy="603844"/>
      </dsp:txXfrm>
    </dsp:sp>
    <dsp:sp modelId="{0C9385FD-97D8-1447-88B2-104E0C94E3D7}">
      <dsp:nvSpPr>
        <dsp:cNvPr id="0" name=""/>
        <dsp:cNvSpPr/>
      </dsp:nvSpPr>
      <dsp:spPr>
        <a:xfrm>
          <a:off x="0" y="3988412"/>
          <a:ext cx="8229600" cy="514386"/>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1120" tIns="12700" rIns="71120" bIns="12700" numCol="1" spcCol="1270" anchor="ctr" anchorCtr="0">
          <a:noAutofit/>
        </a:bodyPr>
        <a:lstStyle/>
        <a:p>
          <a:pPr marL="0" lvl="0" indent="0" algn="ctr" defTabSz="444500">
            <a:lnSpc>
              <a:spcPct val="90000"/>
            </a:lnSpc>
            <a:spcBef>
              <a:spcPct val="0"/>
            </a:spcBef>
            <a:spcAft>
              <a:spcPct val="35000"/>
            </a:spcAft>
            <a:buNone/>
          </a:pPr>
          <a:r>
            <a:rPr lang="en-US" sz="1000" b="1" kern="1200" dirty="0"/>
            <a:t>'weather.clear;area.city;daytime.noon;season.winter;lighting.other_lighting;structure.regular;construction.unchanged'</a:t>
          </a:r>
        </a:p>
      </dsp:txBody>
      <dsp:txXfrm>
        <a:off x="0" y="3988412"/>
        <a:ext cx="8229600" cy="514386"/>
      </dsp:txXfrm>
    </dsp:sp>
    <dsp:sp modelId="{3B8D2167-E79E-C044-9C1B-D1B4631FF9EB}">
      <dsp:nvSpPr>
        <dsp:cNvPr id="0" name=""/>
        <dsp:cNvSpPr/>
      </dsp:nvSpPr>
      <dsp:spPr>
        <a:xfrm rot="10800000">
          <a:off x="0" y="1703865"/>
          <a:ext cx="8229600" cy="1719839"/>
        </a:xfrm>
        <a:prstGeom prst="upArrowCallou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2240" tIns="142240" rIns="142240" bIns="142240" numCol="1" spcCol="1270" anchor="ctr" anchorCtr="0">
          <a:noAutofit/>
        </a:bodyPr>
        <a:lstStyle/>
        <a:p>
          <a:pPr marL="0" lvl="0" indent="0" algn="ctr" defTabSz="889000">
            <a:lnSpc>
              <a:spcPct val="90000"/>
            </a:lnSpc>
            <a:spcBef>
              <a:spcPct val="0"/>
            </a:spcBef>
            <a:spcAft>
              <a:spcPct val="35000"/>
            </a:spcAft>
            <a:buNone/>
          </a:pPr>
          <a:r>
            <a:rPr lang="en-US" sz="2000" kern="1200"/>
            <a:t>Key Features:</a:t>
          </a:r>
        </a:p>
      </dsp:txBody>
      <dsp:txXfrm rot="-10800000">
        <a:off x="0" y="1703865"/>
        <a:ext cx="8229600" cy="603663"/>
      </dsp:txXfrm>
    </dsp:sp>
    <dsp:sp modelId="{B1B16C86-0E0A-F748-868C-D87D64E87255}">
      <dsp:nvSpPr>
        <dsp:cNvPr id="0" name=""/>
        <dsp:cNvSpPr/>
      </dsp:nvSpPr>
      <dsp:spPr>
        <a:xfrm>
          <a:off x="4018" y="2307529"/>
          <a:ext cx="2740521" cy="514231"/>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56896" tIns="10160" rIns="56896" bIns="10160" numCol="1" spcCol="1270" anchor="ctr" anchorCtr="0">
          <a:noAutofit/>
        </a:bodyPr>
        <a:lstStyle/>
        <a:p>
          <a:pPr marL="0" lvl="0" indent="0" algn="ctr" defTabSz="355600">
            <a:lnSpc>
              <a:spcPct val="90000"/>
            </a:lnSpc>
            <a:spcBef>
              <a:spcPct val="0"/>
            </a:spcBef>
            <a:spcAft>
              <a:spcPct val="35000"/>
            </a:spcAft>
            <a:buNone/>
          </a:pPr>
          <a:r>
            <a:rPr lang="en-US" sz="800" b="1" kern="1200" dirty="0"/>
            <a:t>Total Scenes: </a:t>
          </a:r>
        </a:p>
        <a:p>
          <a:pPr marL="0" lvl="0" indent="0" algn="ctr" defTabSz="355600">
            <a:lnSpc>
              <a:spcPct val="90000"/>
            </a:lnSpc>
            <a:spcBef>
              <a:spcPct val="0"/>
            </a:spcBef>
            <a:spcAft>
              <a:spcPct val="35000"/>
            </a:spcAft>
            <a:buNone/>
          </a:pPr>
          <a:r>
            <a:rPr lang="en-US" sz="800" kern="1200" dirty="0"/>
            <a:t>747</a:t>
          </a:r>
        </a:p>
      </dsp:txBody>
      <dsp:txXfrm>
        <a:off x="4018" y="2307529"/>
        <a:ext cx="2740521" cy="514231"/>
      </dsp:txXfrm>
    </dsp:sp>
    <dsp:sp modelId="{CCDDA603-9373-6643-8BBB-0282B8B6E3E5}">
      <dsp:nvSpPr>
        <dsp:cNvPr id="0" name=""/>
        <dsp:cNvSpPr/>
      </dsp:nvSpPr>
      <dsp:spPr>
        <a:xfrm>
          <a:off x="2744539" y="2307529"/>
          <a:ext cx="2740521" cy="514231"/>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56896" tIns="10160" rIns="56896" bIns="10160" numCol="1" spcCol="1270" anchor="ctr" anchorCtr="0">
          <a:noAutofit/>
        </a:bodyPr>
        <a:lstStyle/>
        <a:p>
          <a:pPr marL="0" lvl="0" indent="0" algn="ctr" defTabSz="355600">
            <a:lnSpc>
              <a:spcPct val="90000"/>
            </a:lnSpc>
            <a:spcBef>
              <a:spcPct val="0"/>
            </a:spcBef>
            <a:spcAft>
              <a:spcPct val="35000"/>
            </a:spcAft>
            <a:buNone/>
          </a:pPr>
          <a:r>
            <a:rPr lang="en-US" sz="800" b="1" kern="1200" dirty="0"/>
            <a:t>Scene Duration: </a:t>
          </a:r>
        </a:p>
        <a:p>
          <a:pPr marL="0" lvl="0" indent="0" algn="ctr" defTabSz="355600">
            <a:lnSpc>
              <a:spcPct val="90000"/>
            </a:lnSpc>
            <a:spcBef>
              <a:spcPct val="0"/>
            </a:spcBef>
            <a:spcAft>
              <a:spcPct val="35000"/>
            </a:spcAft>
            <a:buNone/>
          </a:pPr>
          <a:r>
            <a:rPr lang="en-US" sz="800" kern="1200" dirty="0"/>
            <a:t>Each scene is 20 seconds</a:t>
          </a:r>
        </a:p>
      </dsp:txBody>
      <dsp:txXfrm>
        <a:off x="2744539" y="2307529"/>
        <a:ext cx="2740521" cy="514231"/>
      </dsp:txXfrm>
    </dsp:sp>
    <dsp:sp modelId="{17BFABA9-65C0-6045-8237-86831EA1A2B4}">
      <dsp:nvSpPr>
        <dsp:cNvPr id="0" name=""/>
        <dsp:cNvSpPr/>
      </dsp:nvSpPr>
      <dsp:spPr>
        <a:xfrm>
          <a:off x="5485060" y="2307529"/>
          <a:ext cx="2740521" cy="514231"/>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56896" tIns="10160" rIns="56896" bIns="10160" numCol="1" spcCol="1270" anchor="ctr" anchorCtr="0">
          <a:noAutofit/>
        </a:bodyPr>
        <a:lstStyle/>
        <a:p>
          <a:pPr marL="0" lvl="0" indent="0" algn="ctr" defTabSz="355600">
            <a:lnSpc>
              <a:spcPct val="90000"/>
            </a:lnSpc>
            <a:spcBef>
              <a:spcPct val="0"/>
            </a:spcBef>
            <a:spcAft>
              <a:spcPct val="35000"/>
            </a:spcAft>
            <a:buNone/>
          </a:pPr>
          <a:r>
            <a:rPr lang="en-US" sz="800" b="1" kern="1200" dirty="0"/>
            <a:t>Environmental Diversity: </a:t>
          </a:r>
        </a:p>
        <a:p>
          <a:pPr marL="0" lvl="0" indent="0" algn="ctr" defTabSz="355600">
            <a:lnSpc>
              <a:spcPct val="90000"/>
            </a:lnSpc>
            <a:spcBef>
              <a:spcPct val="0"/>
            </a:spcBef>
            <a:spcAft>
              <a:spcPct val="35000"/>
            </a:spcAft>
            <a:buNone/>
          </a:pPr>
          <a:r>
            <a:rPr lang="en-US" sz="800" kern="1200" dirty="0"/>
            <a:t>Captures varied conditions for Weather, Area, Daytime, Season, Lighting, Structure, and Construction</a:t>
          </a:r>
        </a:p>
      </dsp:txBody>
      <dsp:txXfrm>
        <a:off x="5485060" y="2307529"/>
        <a:ext cx="2740521" cy="514231"/>
      </dsp:txXfrm>
    </dsp:sp>
    <dsp:sp modelId="{2EB63EFD-F625-154B-897A-67BB2150DA4F}">
      <dsp:nvSpPr>
        <dsp:cNvPr id="0" name=""/>
        <dsp:cNvSpPr/>
      </dsp:nvSpPr>
      <dsp:spPr>
        <a:xfrm rot="10800000">
          <a:off x="0" y="799"/>
          <a:ext cx="8229600" cy="1719839"/>
        </a:xfrm>
        <a:prstGeom prst="upArrowCallou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2240" tIns="142240" rIns="142240" bIns="142240" numCol="1" spcCol="1270" anchor="ctr" anchorCtr="0">
          <a:noAutofit/>
        </a:bodyPr>
        <a:lstStyle/>
        <a:p>
          <a:pPr marL="0" lvl="0" indent="0" algn="ctr" defTabSz="889000">
            <a:lnSpc>
              <a:spcPct val="90000"/>
            </a:lnSpc>
            <a:spcBef>
              <a:spcPct val="0"/>
            </a:spcBef>
            <a:spcAft>
              <a:spcPct val="35000"/>
            </a:spcAft>
            <a:buNone/>
          </a:pPr>
          <a:r>
            <a:rPr lang="en-US" sz="2000" kern="1200" dirty="0"/>
            <a:t>The MAN </a:t>
          </a:r>
          <a:r>
            <a:rPr lang="en-US" sz="2000" kern="1200" dirty="0" err="1"/>
            <a:t>TruckScenes</a:t>
          </a:r>
          <a:r>
            <a:rPr lang="en-US" sz="2000" kern="1200" dirty="0"/>
            <a:t> dataset is designed to support autonomous trucking research, providing real-world driving scenes with detailed environmental tagging.</a:t>
          </a:r>
        </a:p>
      </dsp:txBody>
      <dsp:txXfrm rot="10800000">
        <a:off x="0" y="799"/>
        <a:ext cx="8229600" cy="1117500"/>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04EB6F0-6AA3-F446-AF3E-F3CCB8C6288A}">
      <dsp:nvSpPr>
        <dsp:cNvPr id="0" name=""/>
        <dsp:cNvSpPr/>
      </dsp:nvSpPr>
      <dsp:spPr>
        <a:xfrm>
          <a:off x="0" y="378032"/>
          <a:ext cx="11160124" cy="542587"/>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66150" tIns="270764" rIns="866150" bIns="92456" numCol="1" spcCol="1270" anchor="t" anchorCtr="0">
          <a:noAutofit/>
        </a:bodyPr>
        <a:lstStyle/>
        <a:p>
          <a:pPr marL="114300" lvl="1" indent="-114300" algn="l" defTabSz="577850">
            <a:lnSpc>
              <a:spcPct val="90000"/>
            </a:lnSpc>
            <a:spcBef>
              <a:spcPct val="0"/>
            </a:spcBef>
            <a:spcAft>
              <a:spcPct val="15000"/>
            </a:spcAft>
            <a:buChar char="•"/>
          </a:pPr>
          <a:r>
            <a:rPr lang="en-US" sz="1300" kern="1200" dirty="0"/>
            <a:t> Databricks</a:t>
          </a:r>
        </a:p>
      </dsp:txBody>
      <dsp:txXfrm>
        <a:off x="0" y="378032"/>
        <a:ext cx="11160124" cy="542587"/>
      </dsp:txXfrm>
    </dsp:sp>
    <dsp:sp modelId="{1B122812-7903-524E-B8AF-93B5ED1DA7D5}">
      <dsp:nvSpPr>
        <dsp:cNvPr id="0" name=""/>
        <dsp:cNvSpPr/>
      </dsp:nvSpPr>
      <dsp:spPr>
        <a:xfrm>
          <a:off x="558006" y="186152"/>
          <a:ext cx="7812086" cy="38376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295278" tIns="0" rIns="295278" bIns="0" numCol="1" spcCol="1270" anchor="ctr" anchorCtr="0">
          <a:noAutofit/>
        </a:bodyPr>
        <a:lstStyle/>
        <a:p>
          <a:pPr marL="0" lvl="0" indent="0" algn="l" defTabSz="577850">
            <a:lnSpc>
              <a:spcPct val="90000"/>
            </a:lnSpc>
            <a:spcBef>
              <a:spcPct val="0"/>
            </a:spcBef>
            <a:spcAft>
              <a:spcPct val="35000"/>
            </a:spcAft>
            <a:buNone/>
          </a:pPr>
          <a:r>
            <a:rPr lang="en-US" sz="1300" b="1" kern="1200" dirty="0"/>
            <a:t>Platform</a:t>
          </a:r>
          <a:r>
            <a:rPr lang="en-US" sz="1300" kern="1200" dirty="0"/>
            <a:t>:</a:t>
          </a:r>
        </a:p>
      </dsp:txBody>
      <dsp:txXfrm>
        <a:off x="576740" y="204886"/>
        <a:ext cx="7774618" cy="346292"/>
      </dsp:txXfrm>
    </dsp:sp>
    <dsp:sp modelId="{A7A27EA1-3C90-AE40-B30D-8A6750859E35}">
      <dsp:nvSpPr>
        <dsp:cNvPr id="0" name=""/>
        <dsp:cNvSpPr/>
      </dsp:nvSpPr>
      <dsp:spPr>
        <a:xfrm>
          <a:off x="0" y="1182699"/>
          <a:ext cx="11160124" cy="542587"/>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66150" tIns="270764" rIns="866150" bIns="92456" numCol="1" spcCol="1270" anchor="t" anchorCtr="0">
          <a:noAutofit/>
        </a:bodyPr>
        <a:lstStyle/>
        <a:p>
          <a:pPr marL="114300" lvl="1" indent="-114300" algn="l" defTabSz="577850">
            <a:lnSpc>
              <a:spcPct val="90000"/>
            </a:lnSpc>
            <a:spcBef>
              <a:spcPct val="0"/>
            </a:spcBef>
            <a:spcAft>
              <a:spcPct val="15000"/>
            </a:spcAft>
            <a:buChar char="•"/>
          </a:pPr>
          <a:r>
            <a:rPr lang="en-US" sz="1300" kern="1200" dirty="0"/>
            <a:t> Pre-trained LLaVA-v1.6-Mistral-7B-HF from Hugging Face</a:t>
          </a:r>
        </a:p>
      </dsp:txBody>
      <dsp:txXfrm>
        <a:off x="0" y="1182699"/>
        <a:ext cx="11160124" cy="542587"/>
      </dsp:txXfrm>
    </dsp:sp>
    <dsp:sp modelId="{D11599C4-11E8-9D4F-B6B4-E0EC1C1E25B2}">
      <dsp:nvSpPr>
        <dsp:cNvPr id="0" name=""/>
        <dsp:cNvSpPr/>
      </dsp:nvSpPr>
      <dsp:spPr>
        <a:xfrm>
          <a:off x="558006" y="990819"/>
          <a:ext cx="7812086" cy="38376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295278" tIns="0" rIns="295278" bIns="0" numCol="1" spcCol="1270" anchor="ctr" anchorCtr="0">
          <a:noAutofit/>
        </a:bodyPr>
        <a:lstStyle/>
        <a:p>
          <a:pPr marL="0" lvl="0" indent="0" algn="l" defTabSz="577850">
            <a:lnSpc>
              <a:spcPct val="90000"/>
            </a:lnSpc>
            <a:spcBef>
              <a:spcPct val="0"/>
            </a:spcBef>
            <a:spcAft>
              <a:spcPct val="35000"/>
            </a:spcAft>
            <a:buNone/>
          </a:pPr>
          <a:r>
            <a:rPr lang="en-US" sz="1300" b="1" kern="1200" dirty="0"/>
            <a:t>Model</a:t>
          </a:r>
          <a:r>
            <a:rPr lang="en-US" sz="1300" kern="1200" dirty="0"/>
            <a:t>:</a:t>
          </a:r>
        </a:p>
      </dsp:txBody>
      <dsp:txXfrm>
        <a:off x="576740" y="1009553"/>
        <a:ext cx="7774618" cy="346292"/>
      </dsp:txXfrm>
    </dsp:sp>
    <dsp:sp modelId="{F4A3B90B-D7CF-D646-8733-C54A3C84777A}">
      <dsp:nvSpPr>
        <dsp:cNvPr id="0" name=""/>
        <dsp:cNvSpPr/>
      </dsp:nvSpPr>
      <dsp:spPr>
        <a:xfrm>
          <a:off x="0" y="1987367"/>
          <a:ext cx="11160124" cy="542587"/>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66150" tIns="270764" rIns="866150" bIns="92456" numCol="1" spcCol="1270" anchor="t" anchorCtr="0">
          <a:noAutofit/>
        </a:bodyPr>
        <a:lstStyle/>
        <a:p>
          <a:pPr marL="114300" lvl="1" indent="-114300" algn="l" defTabSz="577850">
            <a:lnSpc>
              <a:spcPct val="90000"/>
            </a:lnSpc>
            <a:spcBef>
              <a:spcPct val="0"/>
            </a:spcBef>
            <a:spcAft>
              <a:spcPct val="15000"/>
            </a:spcAft>
            <a:buChar char="•"/>
          </a:pPr>
          <a:r>
            <a:rPr lang="en-US" sz="1300" kern="1200" dirty="0"/>
            <a:t>1 sample image from the mini-dataset</a:t>
          </a:r>
        </a:p>
      </dsp:txBody>
      <dsp:txXfrm>
        <a:off x="0" y="1987367"/>
        <a:ext cx="11160124" cy="542587"/>
      </dsp:txXfrm>
    </dsp:sp>
    <dsp:sp modelId="{95CA8572-97D8-0D42-A23B-1DC899958A59}">
      <dsp:nvSpPr>
        <dsp:cNvPr id="0" name=""/>
        <dsp:cNvSpPr/>
      </dsp:nvSpPr>
      <dsp:spPr>
        <a:xfrm>
          <a:off x="558006" y="1795487"/>
          <a:ext cx="7812086" cy="38376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295278" tIns="0" rIns="295278" bIns="0" numCol="1" spcCol="1270" anchor="ctr" anchorCtr="0">
          <a:noAutofit/>
        </a:bodyPr>
        <a:lstStyle/>
        <a:p>
          <a:pPr marL="0" lvl="0" indent="0" algn="l" defTabSz="577850">
            <a:lnSpc>
              <a:spcPct val="90000"/>
            </a:lnSpc>
            <a:spcBef>
              <a:spcPct val="0"/>
            </a:spcBef>
            <a:spcAft>
              <a:spcPct val="35000"/>
            </a:spcAft>
            <a:buNone/>
          </a:pPr>
          <a:r>
            <a:rPr lang="en-US" sz="1300" b="1" kern="1200" dirty="0"/>
            <a:t>Data</a:t>
          </a:r>
          <a:r>
            <a:rPr lang="en-US" sz="1300" kern="1200" dirty="0"/>
            <a:t>:</a:t>
          </a:r>
        </a:p>
      </dsp:txBody>
      <dsp:txXfrm>
        <a:off x="576740" y="1814221"/>
        <a:ext cx="7774618" cy="346292"/>
      </dsp:txXfrm>
    </dsp:sp>
    <dsp:sp modelId="{65F233D5-43B4-6849-89B4-774E3B9A9329}">
      <dsp:nvSpPr>
        <dsp:cNvPr id="0" name=""/>
        <dsp:cNvSpPr/>
      </dsp:nvSpPr>
      <dsp:spPr>
        <a:xfrm>
          <a:off x="0" y="2792034"/>
          <a:ext cx="11160124" cy="737099"/>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66150" tIns="270764" rIns="866150" bIns="92456" numCol="1" spcCol="1270" anchor="t" anchorCtr="0">
          <a:noAutofit/>
        </a:bodyPr>
        <a:lstStyle/>
        <a:p>
          <a:pPr marL="114300" lvl="1" indent="-114300" algn="l" defTabSz="577850">
            <a:lnSpc>
              <a:spcPct val="90000"/>
            </a:lnSpc>
            <a:spcBef>
              <a:spcPct val="0"/>
            </a:spcBef>
            <a:spcAft>
              <a:spcPct val="15000"/>
            </a:spcAft>
            <a:buChar char="•"/>
          </a:pPr>
          <a:r>
            <a:rPr lang="en-US" sz="1300" kern="1200" dirty="0"/>
            <a:t> Experimented with various prompts to match output format and maximize information without compromising performance.</a:t>
          </a:r>
        </a:p>
      </dsp:txBody>
      <dsp:txXfrm>
        <a:off x="0" y="2792034"/>
        <a:ext cx="11160124" cy="737099"/>
      </dsp:txXfrm>
    </dsp:sp>
    <dsp:sp modelId="{D184BD6C-C635-DF45-9A2B-364E92812BE4}">
      <dsp:nvSpPr>
        <dsp:cNvPr id="0" name=""/>
        <dsp:cNvSpPr/>
      </dsp:nvSpPr>
      <dsp:spPr>
        <a:xfrm>
          <a:off x="558006" y="2600154"/>
          <a:ext cx="7812086" cy="38376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295278" tIns="0" rIns="295278" bIns="0" numCol="1" spcCol="1270" anchor="ctr" anchorCtr="0">
          <a:noAutofit/>
        </a:bodyPr>
        <a:lstStyle/>
        <a:p>
          <a:pPr marL="0" lvl="0" indent="0" algn="l" defTabSz="577850">
            <a:lnSpc>
              <a:spcPct val="90000"/>
            </a:lnSpc>
            <a:spcBef>
              <a:spcPct val="0"/>
            </a:spcBef>
            <a:spcAft>
              <a:spcPct val="35000"/>
            </a:spcAft>
            <a:buNone/>
          </a:pPr>
          <a:r>
            <a:rPr lang="en-US" sz="1300" b="1" kern="1200" dirty="0"/>
            <a:t>Prompting</a:t>
          </a:r>
          <a:r>
            <a:rPr lang="en-US" sz="1300" kern="1200" dirty="0"/>
            <a:t>:</a:t>
          </a:r>
        </a:p>
      </dsp:txBody>
      <dsp:txXfrm>
        <a:off x="576740" y="2618888"/>
        <a:ext cx="7774618" cy="346292"/>
      </dsp:txXfrm>
    </dsp:sp>
    <dsp:sp modelId="{1C9C1288-B02A-144B-AD18-22377FF81EC6}">
      <dsp:nvSpPr>
        <dsp:cNvPr id="0" name=""/>
        <dsp:cNvSpPr/>
      </dsp:nvSpPr>
      <dsp:spPr>
        <a:xfrm>
          <a:off x="0" y="3791214"/>
          <a:ext cx="11160124" cy="542587"/>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66150" tIns="270764" rIns="866150" bIns="92456" numCol="1" spcCol="1270" anchor="t" anchorCtr="0">
          <a:noAutofit/>
        </a:bodyPr>
        <a:lstStyle/>
        <a:p>
          <a:pPr marL="114300" lvl="1" indent="-114300" algn="l" defTabSz="577850">
            <a:lnSpc>
              <a:spcPct val="90000"/>
            </a:lnSpc>
            <a:spcBef>
              <a:spcPct val="0"/>
            </a:spcBef>
            <a:spcAft>
              <a:spcPct val="15000"/>
            </a:spcAft>
            <a:buChar char="•"/>
          </a:pPr>
          <a:r>
            <a:rPr lang="en-US" sz="1300" kern="1200"/>
            <a:t>Only the first sample of a scene was used.</a:t>
          </a:r>
          <a:endParaRPr lang="en-US" sz="1300" kern="1200" dirty="0"/>
        </a:p>
      </dsp:txBody>
      <dsp:txXfrm>
        <a:off x="0" y="3791214"/>
        <a:ext cx="11160124" cy="542587"/>
      </dsp:txXfrm>
    </dsp:sp>
    <dsp:sp modelId="{793310E6-D918-8D47-A7D4-162DE016BA70}">
      <dsp:nvSpPr>
        <dsp:cNvPr id="0" name=""/>
        <dsp:cNvSpPr/>
      </dsp:nvSpPr>
      <dsp:spPr>
        <a:xfrm>
          <a:off x="558006" y="3599334"/>
          <a:ext cx="7812086" cy="38376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295278" tIns="0" rIns="295278" bIns="0" numCol="1" spcCol="1270" anchor="ctr" anchorCtr="0">
          <a:noAutofit/>
        </a:bodyPr>
        <a:lstStyle/>
        <a:p>
          <a:pPr marL="0" lvl="0" indent="0" algn="l" defTabSz="577850">
            <a:lnSpc>
              <a:spcPct val="90000"/>
            </a:lnSpc>
            <a:spcBef>
              <a:spcPct val="0"/>
            </a:spcBef>
            <a:spcAft>
              <a:spcPct val="35000"/>
            </a:spcAft>
            <a:buNone/>
          </a:pPr>
          <a:r>
            <a:rPr lang="en-US" sz="1300" b="1" kern="1200"/>
            <a:t>Limitations</a:t>
          </a:r>
          <a:r>
            <a:rPr lang="en-US" sz="1300" kern="1200"/>
            <a:t>: </a:t>
          </a:r>
          <a:endParaRPr lang="en-US" sz="1300" kern="1200" dirty="0"/>
        </a:p>
      </dsp:txBody>
      <dsp:txXfrm>
        <a:off x="576740" y="3618068"/>
        <a:ext cx="7774618" cy="346292"/>
      </dsp:txXfrm>
    </dsp:sp>
    <dsp:sp modelId="{59DD3C56-4277-0541-8C0E-0B89CE8662B2}">
      <dsp:nvSpPr>
        <dsp:cNvPr id="0" name=""/>
        <dsp:cNvSpPr/>
      </dsp:nvSpPr>
      <dsp:spPr>
        <a:xfrm>
          <a:off x="0" y="4595882"/>
          <a:ext cx="11160124" cy="542587"/>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66150" tIns="270764" rIns="866150" bIns="92456" numCol="1" spcCol="1270" anchor="t" anchorCtr="0">
          <a:noAutofit/>
        </a:bodyPr>
        <a:lstStyle/>
        <a:p>
          <a:pPr marL="114300" lvl="1" indent="-114300" algn="l" defTabSz="577850">
            <a:lnSpc>
              <a:spcPct val="90000"/>
            </a:lnSpc>
            <a:spcBef>
              <a:spcPct val="0"/>
            </a:spcBef>
            <a:spcAft>
              <a:spcPct val="15000"/>
            </a:spcAft>
            <a:buChar char="•"/>
          </a:pPr>
          <a:r>
            <a:rPr lang="en-US" sz="1300" kern="1200" dirty="0"/>
            <a:t>Successfully generated a description in the desired format, proving the POC viable.</a:t>
          </a:r>
        </a:p>
      </dsp:txBody>
      <dsp:txXfrm>
        <a:off x="0" y="4595882"/>
        <a:ext cx="11160124" cy="542587"/>
      </dsp:txXfrm>
    </dsp:sp>
    <dsp:sp modelId="{D7D9B823-DFE6-0348-A39B-82F59B5CF556}">
      <dsp:nvSpPr>
        <dsp:cNvPr id="0" name=""/>
        <dsp:cNvSpPr/>
      </dsp:nvSpPr>
      <dsp:spPr>
        <a:xfrm>
          <a:off x="558006" y="4404002"/>
          <a:ext cx="7812086" cy="38376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295278" tIns="0" rIns="295278" bIns="0" numCol="1" spcCol="1270" anchor="ctr" anchorCtr="0">
          <a:noAutofit/>
        </a:bodyPr>
        <a:lstStyle/>
        <a:p>
          <a:pPr marL="0" lvl="0" indent="0" algn="l" defTabSz="577850">
            <a:lnSpc>
              <a:spcPct val="90000"/>
            </a:lnSpc>
            <a:spcBef>
              <a:spcPct val="0"/>
            </a:spcBef>
            <a:spcAft>
              <a:spcPct val="35000"/>
            </a:spcAft>
            <a:buNone/>
          </a:pPr>
          <a:r>
            <a:rPr lang="en-US" sz="1300" b="1" kern="1200"/>
            <a:t>Results</a:t>
          </a:r>
          <a:r>
            <a:rPr lang="en-US" sz="1300" kern="1200"/>
            <a:t>: </a:t>
          </a:r>
          <a:endParaRPr lang="en-US" sz="1300" kern="1200" dirty="0"/>
        </a:p>
      </dsp:txBody>
      <dsp:txXfrm>
        <a:off x="576740" y="4422736"/>
        <a:ext cx="7774618" cy="346292"/>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F99C0AF-74E1-4D4D-B014-FAE5392C6943}">
      <dsp:nvSpPr>
        <dsp:cNvPr id="0" name=""/>
        <dsp:cNvSpPr/>
      </dsp:nvSpPr>
      <dsp:spPr>
        <a:xfrm>
          <a:off x="0" y="287953"/>
          <a:ext cx="11160124" cy="502425"/>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66150" tIns="229108" rIns="866150" bIns="92456" numCol="1" spcCol="1270" anchor="t" anchorCtr="0">
          <a:noAutofit/>
        </a:bodyPr>
        <a:lstStyle/>
        <a:p>
          <a:pPr marL="114300" lvl="1" indent="-114300" algn="l" defTabSz="577850">
            <a:lnSpc>
              <a:spcPct val="90000"/>
            </a:lnSpc>
            <a:spcBef>
              <a:spcPct val="0"/>
            </a:spcBef>
            <a:spcAft>
              <a:spcPct val="15000"/>
            </a:spcAft>
            <a:buChar char="•"/>
          </a:pPr>
          <a:r>
            <a:rPr lang="en-US" sz="1300" kern="1200" dirty="0"/>
            <a:t>Databricks</a:t>
          </a:r>
        </a:p>
      </dsp:txBody>
      <dsp:txXfrm>
        <a:off x="0" y="287953"/>
        <a:ext cx="11160124" cy="502425"/>
      </dsp:txXfrm>
    </dsp:sp>
    <dsp:sp modelId="{4355B90B-BC04-9846-B02B-0FEDC96DCA04}">
      <dsp:nvSpPr>
        <dsp:cNvPr id="0" name=""/>
        <dsp:cNvSpPr/>
      </dsp:nvSpPr>
      <dsp:spPr>
        <a:xfrm>
          <a:off x="558006" y="125593"/>
          <a:ext cx="7812086" cy="32472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295278" tIns="0" rIns="295278" bIns="0" numCol="1" spcCol="1270" anchor="ctr" anchorCtr="0">
          <a:noAutofit/>
        </a:bodyPr>
        <a:lstStyle/>
        <a:p>
          <a:pPr marL="0" lvl="0" indent="0" algn="l" defTabSz="577850">
            <a:lnSpc>
              <a:spcPct val="90000"/>
            </a:lnSpc>
            <a:spcBef>
              <a:spcPct val="0"/>
            </a:spcBef>
            <a:spcAft>
              <a:spcPct val="35000"/>
            </a:spcAft>
            <a:buNone/>
          </a:pPr>
          <a:r>
            <a:rPr lang="en-US" sz="1300" b="1" kern="1200" dirty="0"/>
            <a:t>Platform</a:t>
          </a:r>
          <a:r>
            <a:rPr lang="en-US" sz="1300" kern="1200" dirty="0"/>
            <a:t>:</a:t>
          </a:r>
        </a:p>
      </dsp:txBody>
      <dsp:txXfrm>
        <a:off x="573858" y="141445"/>
        <a:ext cx="7780382" cy="293016"/>
      </dsp:txXfrm>
    </dsp:sp>
    <dsp:sp modelId="{EFFD7EA6-70D8-D94F-9BFB-637FB8F9CC82}">
      <dsp:nvSpPr>
        <dsp:cNvPr id="0" name=""/>
        <dsp:cNvSpPr/>
      </dsp:nvSpPr>
      <dsp:spPr>
        <a:xfrm>
          <a:off x="0" y="1012138"/>
          <a:ext cx="11160124" cy="502425"/>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66150" tIns="229108" rIns="866150" bIns="92456" numCol="1" spcCol="1270" anchor="t" anchorCtr="0">
          <a:noAutofit/>
        </a:bodyPr>
        <a:lstStyle/>
        <a:p>
          <a:pPr marL="114300" lvl="1" indent="-114300" algn="l" defTabSz="577850">
            <a:lnSpc>
              <a:spcPct val="90000"/>
            </a:lnSpc>
            <a:spcBef>
              <a:spcPct val="0"/>
            </a:spcBef>
            <a:spcAft>
              <a:spcPct val="15000"/>
            </a:spcAft>
            <a:buChar char="•"/>
          </a:pPr>
          <a:r>
            <a:rPr lang="en-US" sz="1300" kern="1200" dirty="0"/>
            <a:t>Pre-trained LLaVA-v1.6-Mistral-7B-HF from Hugging Face</a:t>
          </a:r>
        </a:p>
      </dsp:txBody>
      <dsp:txXfrm>
        <a:off x="0" y="1012138"/>
        <a:ext cx="11160124" cy="502425"/>
      </dsp:txXfrm>
    </dsp:sp>
    <dsp:sp modelId="{01AB9079-5B12-834F-9986-1CEBC9EB3C30}">
      <dsp:nvSpPr>
        <dsp:cNvPr id="0" name=""/>
        <dsp:cNvSpPr/>
      </dsp:nvSpPr>
      <dsp:spPr>
        <a:xfrm>
          <a:off x="558006" y="849778"/>
          <a:ext cx="7812086" cy="32472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295278" tIns="0" rIns="295278" bIns="0" numCol="1" spcCol="1270" anchor="ctr" anchorCtr="0">
          <a:noAutofit/>
        </a:bodyPr>
        <a:lstStyle/>
        <a:p>
          <a:pPr marL="0" lvl="0" indent="0" algn="l" defTabSz="577850">
            <a:lnSpc>
              <a:spcPct val="90000"/>
            </a:lnSpc>
            <a:spcBef>
              <a:spcPct val="0"/>
            </a:spcBef>
            <a:spcAft>
              <a:spcPct val="35000"/>
            </a:spcAft>
            <a:buNone/>
          </a:pPr>
          <a:r>
            <a:rPr lang="en-US" sz="1300" b="1" kern="1200" dirty="0"/>
            <a:t>Model</a:t>
          </a:r>
          <a:r>
            <a:rPr lang="en-US" sz="1200" kern="1200" dirty="0"/>
            <a:t>:</a:t>
          </a:r>
        </a:p>
      </dsp:txBody>
      <dsp:txXfrm>
        <a:off x="573858" y="865630"/>
        <a:ext cx="7780382" cy="293016"/>
      </dsp:txXfrm>
    </dsp:sp>
    <dsp:sp modelId="{8EC8BD89-C534-6840-8CD5-A9D80EE6F1EA}">
      <dsp:nvSpPr>
        <dsp:cNvPr id="0" name=""/>
        <dsp:cNvSpPr/>
      </dsp:nvSpPr>
      <dsp:spPr>
        <a:xfrm>
          <a:off x="0" y="1736323"/>
          <a:ext cx="11160124" cy="502425"/>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66150" tIns="229108" rIns="866150" bIns="92456" numCol="1" spcCol="1270" anchor="t" anchorCtr="0">
          <a:noAutofit/>
        </a:bodyPr>
        <a:lstStyle/>
        <a:p>
          <a:pPr marL="114300" lvl="1" indent="-114300" algn="l" defTabSz="577850">
            <a:lnSpc>
              <a:spcPct val="90000"/>
            </a:lnSpc>
            <a:spcBef>
              <a:spcPct val="0"/>
            </a:spcBef>
            <a:spcAft>
              <a:spcPct val="15000"/>
            </a:spcAft>
            <a:buChar char="•"/>
          </a:pPr>
          <a:r>
            <a:rPr lang="en-US" sz="1300" kern="1200" dirty="0"/>
            <a:t> Mini-dataset with 10 scenes</a:t>
          </a:r>
        </a:p>
      </dsp:txBody>
      <dsp:txXfrm>
        <a:off x="0" y="1736323"/>
        <a:ext cx="11160124" cy="502425"/>
      </dsp:txXfrm>
    </dsp:sp>
    <dsp:sp modelId="{D72A2B92-1A63-B444-A781-BF1BAC9472F7}">
      <dsp:nvSpPr>
        <dsp:cNvPr id="0" name=""/>
        <dsp:cNvSpPr/>
      </dsp:nvSpPr>
      <dsp:spPr>
        <a:xfrm>
          <a:off x="558006" y="1573963"/>
          <a:ext cx="7812086" cy="32472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295278" tIns="0" rIns="295278" bIns="0" numCol="1" spcCol="1270" anchor="ctr" anchorCtr="0">
          <a:noAutofit/>
        </a:bodyPr>
        <a:lstStyle/>
        <a:p>
          <a:pPr marL="0" lvl="0" indent="0" algn="l" defTabSz="577850">
            <a:lnSpc>
              <a:spcPct val="90000"/>
            </a:lnSpc>
            <a:spcBef>
              <a:spcPct val="0"/>
            </a:spcBef>
            <a:spcAft>
              <a:spcPct val="35000"/>
            </a:spcAft>
            <a:buNone/>
          </a:pPr>
          <a:r>
            <a:rPr lang="en-US" sz="1300" b="1" kern="1200" dirty="0"/>
            <a:t>Data</a:t>
          </a:r>
          <a:r>
            <a:rPr lang="en-US" sz="1300" kern="1200" dirty="0"/>
            <a:t>:</a:t>
          </a:r>
        </a:p>
      </dsp:txBody>
      <dsp:txXfrm>
        <a:off x="573858" y="1589815"/>
        <a:ext cx="7780382" cy="293016"/>
      </dsp:txXfrm>
    </dsp:sp>
    <dsp:sp modelId="{ACF0F5A8-14B0-014E-B11D-7EC36BB8101D}">
      <dsp:nvSpPr>
        <dsp:cNvPr id="0" name=""/>
        <dsp:cNvSpPr/>
      </dsp:nvSpPr>
      <dsp:spPr>
        <a:xfrm>
          <a:off x="0" y="2460508"/>
          <a:ext cx="11160124" cy="502425"/>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66150" tIns="229108" rIns="866150" bIns="92456" numCol="1" spcCol="1270" anchor="t" anchorCtr="0">
          <a:noAutofit/>
        </a:bodyPr>
        <a:lstStyle/>
        <a:p>
          <a:pPr marL="114300" lvl="1" indent="-114300" algn="l" defTabSz="577850">
            <a:lnSpc>
              <a:spcPct val="90000"/>
            </a:lnSpc>
            <a:spcBef>
              <a:spcPct val="0"/>
            </a:spcBef>
            <a:spcAft>
              <a:spcPct val="15000"/>
            </a:spcAft>
            <a:buChar char="•"/>
          </a:pPr>
          <a:r>
            <a:rPr lang="en-US" sz="1300" b="1" kern="1200"/>
            <a:t>Scene Sampling</a:t>
          </a:r>
          <a:r>
            <a:rPr lang="en-US" sz="1300" kern="1200"/>
            <a:t>: Included 5 random images from each scene to better capture environmental changes.</a:t>
          </a:r>
        </a:p>
      </dsp:txBody>
      <dsp:txXfrm>
        <a:off x="0" y="2460508"/>
        <a:ext cx="11160124" cy="502425"/>
      </dsp:txXfrm>
    </dsp:sp>
    <dsp:sp modelId="{EF390595-DF79-0E41-B184-3CB7A0189FC6}">
      <dsp:nvSpPr>
        <dsp:cNvPr id="0" name=""/>
        <dsp:cNvSpPr/>
      </dsp:nvSpPr>
      <dsp:spPr>
        <a:xfrm>
          <a:off x="558006" y="2298148"/>
          <a:ext cx="7812086" cy="32472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295278" tIns="0" rIns="295278" bIns="0" numCol="1" spcCol="1270" anchor="ctr" anchorCtr="0">
          <a:noAutofit/>
        </a:bodyPr>
        <a:lstStyle/>
        <a:p>
          <a:pPr marL="0" lvl="0" indent="0" algn="l" defTabSz="577850">
            <a:lnSpc>
              <a:spcPct val="90000"/>
            </a:lnSpc>
            <a:spcBef>
              <a:spcPct val="0"/>
            </a:spcBef>
            <a:spcAft>
              <a:spcPct val="35000"/>
            </a:spcAft>
            <a:buNone/>
          </a:pPr>
          <a:r>
            <a:rPr lang="en-US" sz="1300" b="1" kern="1200" dirty="0"/>
            <a:t>Adjustments</a:t>
          </a:r>
          <a:r>
            <a:rPr lang="en-US" sz="1300" kern="1200" dirty="0"/>
            <a:t>:</a:t>
          </a:r>
        </a:p>
      </dsp:txBody>
      <dsp:txXfrm>
        <a:off x="573858" y="2314000"/>
        <a:ext cx="7780382" cy="293016"/>
      </dsp:txXfrm>
    </dsp:sp>
    <dsp:sp modelId="{6D7AD610-99E1-BC41-A506-CDFA3F48A3F1}">
      <dsp:nvSpPr>
        <dsp:cNvPr id="0" name=""/>
        <dsp:cNvSpPr/>
      </dsp:nvSpPr>
      <dsp:spPr>
        <a:xfrm>
          <a:off x="0" y="3184693"/>
          <a:ext cx="11160124" cy="502425"/>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66150" tIns="229108" rIns="866150" bIns="92456" numCol="1" spcCol="1270" anchor="t" anchorCtr="0">
          <a:noAutofit/>
        </a:bodyPr>
        <a:lstStyle/>
        <a:p>
          <a:pPr marL="114300" lvl="1" indent="-114300" algn="l" defTabSz="577850">
            <a:lnSpc>
              <a:spcPct val="90000"/>
            </a:lnSpc>
            <a:spcBef>
              <a:spcPct val="0"/>
            </a:spcBef>
            <a:spcAft>
              <a:spcPct val="15000"/>
            </a:spcAft>
            <a:buChar char="•"/>
          </a:pPr>
          <a:r>
            <a:rPr lang="en-US" sz="1300" kern="1200"/>
            <a:t>Cluster could not handle more than 5 images per scene.</a:t>
          </a:r>
        </a:p>
      </dsp:txBody>
      <dsp:txXfrm>
        <a:off x="0" y="3184693"/>
        <a:ext cx="11160124" cy="502425"/>
      </dsp:txXfrm>
    </dsp:sp>
    <dsp:sp modelId="{E66C417C-FCE9-3741-91C6-5A5C2069DB73}">
      <dsp:nvSpPr>
        <dsp:cNvPr id="0" name=""/>
        <dsp:cNvSpPr/>
      </dsp:nvSpPr>
      <dsp:spPr>
        <a:xfrm>
          <a:off x="558006" y="3022333"/>
          <a:ext cx="7812086" cy="32472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295278" tIns="0" rIns="295278" bIns="0" numCol="1" spcCol="1270" anchor="ctr" anchorCtr="0">
          <a:noAutofit/>
        </a:bodyPr>
        <a:lstStyle/>
        <a:p>
          <a:pPr marL="0" lvl="0" indent="0" algn="l" defTabSz="577850">
            <a:lnSpc>
              <a:spcPct val="90000"/>
            </a:lnSpc>
            <a:spcBef>
              <a:spcPct val="0"/>
            </a:spcBef>
            <a:spcAft>
              <a:spcPct val="35000"/>
            </a:spcAft>
            <a:buNone/>
          </a:pPr>
          <a:r>
            <a:rPr lang="en-US" sz="1300" b="1" kern="1200" dirty="0"/>
            <a:t>Limitations</a:t>
          </a:r>
          <a:r>
            <a:rPr lang="en-US" sz="1300" kern="1200" dirty="0"/>
            <a:t>:</a:t>
          </a:r>
        </a:p>
      </dsp:txBody>
      <dsp:txXfrm>
        <a:off x="573858" y="3038185"/>
        <a:ext cx="7780382" cy="293016"/>
      </dsp:txXfrm>
    </dsp:sp>
    <dsp:sp modelId="{04DCB063-EA6E-464D-95B5-A5CF3DAE1251}">
      <dsp:nvSpPr>
        <dsp:cNvPr id="0" name=""/>
        <dsp:cNvSpPr/>
      </dsp:nvSpPr>
      <dsp:spPr>
        <a:xfrm>
          <a:off x="0" y="3908878"/>
          <a:ext cx="11160124" cy="1316699"/>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66150" tIns="229108" rIns="866150" bIns="92456" numCol="1" spcCol="1270" anchor="t" anchorCtr="0">
          <a:noAutofit/>
        </a:bodyPr>
        <a:lstStyle/>
        <a:p>
          <a:pPr marL="114300" lvl="1" indent="-114300" algn="l" defTabSz="577850">
            <a:lnSpc>
              <a:spcPct val="90000"/>
            </a:lnSpc>
            <a:spcBef>
              <a:spcPct val="0"/>
            </a:spcBef>
            <a:spcAft>
              <a:spcPct val="15000"/>
            </a:spcAft>
            <a:buChar char="•"/>
          </a:pPr>
          <a:r>
            <a:rPr lang="en-US" sz="1300" kern="1200" dirty="0"/>
            <a:t>Identified ground truth inaccuracies in daytime and season data.</a:t>
          </a:r>
        </a:p>
        <a:p>
          <a:pPr marL="114300" lvl="1" indent="-114300" algn="l" defTabSz="577850">
            <a:lnSpc>
              <a:spcPct val="90000"/>
            </a:lnSpc>
            <a:spcBef>
              <a:spcPct val="0"/>
            </a:spcBef>
            <a:spcAft>
              <a:spcPct val="15000"/>
            </a:spcAft>
            <a:buChar char="•"/>
          </a:pPr>
          <a:r>
            <a:rPr lang="en-US" sz="1300" kern="1200"/>
            <a:t>Model misinterpreted low sunlight as "dark" or "low light.”</a:t>
          </a:r>
        </a:p>
        <a:p>
          <a:pPr marL="114300" lvl="1" indent="-114300" algn="l" defTabSz="577850">
            <a:lnSpc>
              <a:spcPct val="90000"/>
            </a:lnSpc>
            <a:spcBef>
              <a:spcPct val="0"/>
            </a:spcBef>
            <a:spcAft>
              <a:spcPct val="15000"/>
            </a:spcAft>
            <a:buChar char="•"/>
          </a:pPr>
          <a:r>
            <a:rPr lang="en-US" sz="1300" b="1" kern="1200"/>
            <a:t>Prompt Iterations</a:t>
          </a:r>
          <a:r>
            <a:rPr lang="en-US" sz="1300" kern="1200"/>
            <a:t>: Adjusted prompts for lighting accuracy, though the model continued struggling with lighting differentiation.</a:t>
          </a:r>
        </a:p>
        <a:p>
          <a:pPr marL="114300" lvl="1" indent="-114300" algn="l" defTabSz="577850">
            <a:lnSpc>
              <a:spcPct val="90000"/>
            </a:lnSpc>
            <a:spcBef>
              <a:spcPct val="0"/>
            </a:spcBef>
            <a:spcAft>
              <a:spcPct val="15000"/>
            </a:spcAft>
            <a:buChar char="•"/>
          </a:pPr>
          <a:r>
            <a:rPr lang="en-US" sz="1300" b="1" kern="1200"/>
            <a:t>Differences per Category</a:t>
          </a:r>
          <a:r>
            <a:rPr lang="en-US" sz="1300" kern="1200"/>
            <a:t>: Weather: 2; Area: 1; Daytime: 2; Season: 1; Lighting: 2; Structure: 3; Construction: 2.</a:t>
          </a:r>
        </a:p>
      </dsp:txBody>
      <dsp:txXfrm>
        <a:off x="0" y="3908878"/>
        <a:ext cx="11160124" cy="1316699"/>
      </dsp:txXfrm>
    </dsp:sp>
    <dsp:sp modelId="{C8052E2F-70D1-5F45-BA0D-1C335D46AF74}">
      <dsp:nvSpPr>
        <dsp:cNvPr id="0" name=""/>
        <dsp:cNvSpPr/>
      </dsp:nvSpPr>
      <dsp:spPr>
        <a:xfrm>
          <a:off x="558006" y="3746518"/>
          <a:ext cx="7812086" cy="32472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295278" tIns="0" rIns="295278" bIns="0" numCol="1" spcCol="1270" anchor="ctr" anchorCtr="0">
          <a:noAutofit/>
        </a:bodyPr>
        <a:lstStyle/>
        <a:p>
          <a:pPr marL="0" lvl="0" indent="0" algn="l" defTabSz="577850">
            <a:lnSpc>
              <a:spcPct val="90000"/>
            </a:lnSpc>
            <a:spcBef>
              <a:spcPct val="0"/>
            </a:spcBef>
            <a:spcAft>
              <a:spcPct val="35000"/>
            </a:spcAft>
            <a:buNone/>
          </a:pPr>
          <a:r>
            <a:rPr lang="en-US" sz="1300" b="1" kern="1200"/>
            <a:t>Results</a:t>
          </a:r>
          <a:r>
            <a:rPr lang="en-US" sz="1300" kern="1200"/>
            <a:t>:</a:t>
          </a:r>
        </a:p>
      </dsp:txBody>
      <dsp:txXfrm>
        <a:off x="573858" y="3762370"/>
        <a:ext cx="7780382" cy="293016"/>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2465D96-BBFD-1040-9774-12195BF8D907}">
      <dsp:nvSpPr>
        <dsp:cNvPr id="0" name=""/>
        <dsp:cNvSpPr/>
      </dsp:nvSpPr>
      <dsp:spPr>
        <a:xfrm>
          <a:off x="0" y="197803"/>
          <a:ext cx="11160124" cy="542587"/>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66150" tIns="270764" rIns="866150" bIns="92456" numCol="1" spcCol="1270" anchor="t" anchorCtr="0">
          <a:noAutofit/>
        </a:bodyPr>
        <a:lstStyle/>
        <a:p>
          <a:pPr marL="114300" lvl="1" indent="-114300" algn="l" defTabSz="577850">
            <a:lnSpc>
              <a:spcPct val="90000"/>
            </a:lnSpc>
            <a:spcBef>
              <a:spcPct val="0"/>
            </a:spcBef>
            <a:spcAft>
              <a:spcPct val="15000"/>
            </a:spcAft>
            <a:buChar char="•"/>
          </a:pPr>
          <a:r>
            <a:rPr lang="en-US" sz="1300" kern="1200" dirty="0"/>
            <a:t>Databricks</a:t>
          </a:r>
        </a:p>
      </dsp:txBody>
      <dsp:txXfrm>
        <a:off x="0" y="197803"/>
        <a:ext cx="11160124" cy="542587"/>
      </dsp:txXfrm>
    </dsp:sp>
    <dsp:sp modelId="{9A4A371B-677D-0A42-B3DD-E97938A1ADB8}">
      <dsp:nvSpPr>
        <dsp:cNvPr id="0" name=""/>
        <dsp:cNvSpPr/>
      </dsp:nvSpPr>
      <dsp:spPr>
        <a:xfrm>
          <a:off x="558006" y="5923"/>
          <a:ext cx="7812086" cy="38376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295278" tIns="0" rIns="295278" bIns="0" numCol="1" spcCol="1270" anchor="ctr" anchorCtr="0">
          <a:noAutofit/>
        </a:bodyPr>
        <a:lstStyle/>
        <a:p>
          <a:pPr marL="0" lvl="0" indent="0" algn="l" defTabSz="577850">
            <a:lnSpc>
              <a:spcPct val="90000"/>
            </a:lnSpc>
            <a:spcBef>
              <a:spcPct val="0"/>
            </a:spcBef>
            <a:spcAft>
              <a:spcPct val="35000"/>
            </a:spcAft>
            <a:buNone/>
          </a:pPr>
          <a:r>
            <a:rPr lang="en-US" sz="1300" b="1" kern="1200" dirty="0"/>
            <a:t>Platform</a:t>
          </a:r>
          <a:r>
            <a:rPr lang="en-US" sz="1300" kern="1200" dirty="0"/>
            <a:t>:</a:t>
          </a:r>
        </a:p>
      </dsp:txBody>
      <dsp:txXfrm>
        <a:off x="576740" y="24657"/>
        <a:ext cx="7774618" cy="346292"/>
      </dsp:txXfrm>
    </dsp:sp>
    <dsp:sp modelId="{C342F583-25AA-AB4E-8485-C3B9A5D3E656}">
      <dsp:nvSpPr>
        <dsp:cNvPr id="0" name=""/>
        <dsp:cNvSpPr/>
      </dsp:nvSpPr>
      <dsp:spPr>
        <a:xfrm>
          <a:off x="0" y="1002471"/>
          <a:ext cx="11160124" cy="542587"/>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66150" tIns="270764" rIns="866150" bIns="92456" numCol="1" spcCol="1270" anchor="t" anchorCtr="0">
          <a:noAutofit/>
        </a:bodyPr>
        <a:lstStyle/>
        <a:p>
          <a:pPr marL="114300" lvl="1" indent="-114300" algn="l" defTabSz="577850">
            <a:lnSpc>
              <a:spcPct val="90000"/>
            </a:lnSpc>
            <a:spcBef>
              <a:spcPct val="0"/>
            </a:spcBef>
            <a:spcAft>
              <a:spcPct val="15000"/>
            </a:spcAft>
            <a:buChar char="•"/>
          </a:pPr>
          <a:r>
            <a:rPr lang="en-US" sz="1300" kern="1200" dirty="0"/>
            <a:t>Pre-trained LLaVA-v1.6-Mistral-7B-HF from Hugging Face</a:t>
          </a:r>
        </a:p>
      </dsp:txBody>
      <dsp:txXfrm>
        <a:off x="0" y="1002471"/>
        <a:ext cx="11160124" cy="542587"/>
      </dsp:txXfrm>
    </dsp:sp>
    <dsp:sp modelId="{1E92BCE9-481C-C541-84BF-6BCF8A2D525A}">
      <dsp:nvSpPr>
        <dsp:cNvPr id="0" name=""/>
        <dsp:cNvSpPr/>
      </dsp:nvSpPr>
      <dsp:spPr>
        <a:xfrm>
          <a:off x="558006" y="810591"/>
          <a:ext cx="7812086" cy="38376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295278" tIns="0" rIns="295278" bIns="0" numCol="1" spcCol="1270" anchor="ctr" anchorCtr="0">
          <a:noAutofit/>
        </a:bodyPr>
        <a:lstStyle/>
        <a:p>
          <a:pPr marL="0" lvl="0" indent="0" algn="l" defTabSz="577850">
            <a:lnSpc>
              <a:spcPct val="90000"/>
            </a:lnSpc>
            <a:spcBef>
              <a:spcPct val="0"/>
            </a:spcBef>
            <a:spcAft>
              <a:spcPct val="35000"/>
            </a:spcAft>
            <a:buNone/>
          </a:pPr>
          <a:r>
            <a:rPr lang="en-US" sz="1300" b="1" kern="1200" dirty="0"/>
            <a:t>Model</a:t>
          </a:r>
          <a:r>
            <a:rPr lang="en-US" sz="1300" kern="1200" dirty="0"/>
            <a:t>:</a:t>
          </a:r>
        </a:p>
      </dsp:txBody>
      <dsp:txXfrm>
        <a:off x="576740" y="829325"/>
        <a:ext cx="7774618" cy="346292"/>
      </dsp:txXfrm>
    </dsp:sp>
    <dsp:sp modelId="{3277A8A0-2D33-8A4F-93EB-5FD642317374}">
      <dsp:nvSpPr>
        <dsp:cNvPr id="0" name=""/>
        <dsp:cNvSpPr/>
      </dsp:nvSpPr>
      <dsp:spPr>
        <a:xfrm>
          <a:off x="0" y="1807138"/>
          <a:ext cx="11160124" cy="542587"/>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66150" tIns="270764" rIns="866150" bIns="92456" numCol="1" spcCol="1270" anchor="t" anchorCtr="0">
          <a:noAutofit/>
        </a:bodyPr>
        <a:lstStyle/>
        <a:p>
          <a:pPr marL="114300" lvl="1" indent="-114300" algn="l" defTabSz="577850">
            <a:lnSpc>
              <a:spcPct val="90000"/>
            </a:lnSpc>
            <a:spcBef>
              <a:spcPct val="0"/>
            </a:spcBef>
            <a:spcAft>
              <a:spcPct val="15000"/>
            </a:spcAft>
            <a:buChar char="•"/>
          </a:pPr>
          <a:r>
            <a:rPr lang="en-US" sz="1300" kern="1200" dirty="0"/>
            <a:t>Full-dataset with 747 scenes</a:t>
          </a:r>
        </a:p>
      </dsp:txBody>
      <dsp:txXfrm>
        <a:off x="0" y="1807138"/>
        <a:ext cx="11160124" cy="542587"/>
      </dsp:txXfrm>
    </dsp:sp>
    <dsp:sp modelId="{CCA81477-BBAC-A142-81EF-B68135262C51}">
      <dsp:nvSpPr>
        <dsp:cNvPr id="0" name=""/>
        <dsp:cNvSpPr/>
      </dsp:nvSpPr>
      <dsp:spPr>
        <a:xfrm>
          <a:off x="558006" y="1615258"/>
          <a:ext cx="7812086" cy="38376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295278" tIns="0" rIns="295278" bIns="0" numCol="1" spcCol="1270" anchor="ctr" anchorCtr="0">
          <a:noAutofit/>
        </a:bodyPr>
        <a:lstStyle/>
        <a:p>
          <a:pPr marL="0" lvl="0" indent="0" algn="l" defTabSz="577850">
            <a:lnSpc>
              <a:spcPct val="90000"/>
            </a:lnSpc>
            <a:spcBef>
              <a:spcPct val="0"/>
            </a:spcBef>
            <a:spcAft>
              <a:spcPct val="35000"/>
            </a:spcAft>
            <a:buNone/>
          </a:pPr>
          <a:r>
            <a:rPr lang="en-US" sz="1300" b="1" kern="1200" dirty="0"/>
            <a:t>Data</a:t>
          </a:r>
          <a:r>
            <a:rPr lang="en-US" sz="1300" kern="1200" dirty="0"/>
            <a:t>:</a:t>
          </a:r>
        </a:p>
      </dsp:txBody>
      <dsp:txXfrm>
        <a:off x="576740" y="1633992"/>
        <a:ext cx="7774618" cy="346292"/>
      </dsp:txXfrm>
    </dsp:sp>
    <dsp:sp modelId="{68B35230-2462-DA49-A39A-67DC63117904}">
      <dsp:nvSpPr>
        <dsp:cNvPr id="0" name=""/>
        <dsp:cNvSpPr/>
      </dsp:nvSpPr>
      <dsp:spPr>
        <a:xfrm>
          <a:off x="0" y="2611806"/>
          <a:ext cx="11160124" cy="757574"/>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66150" tIns="270764" rIns="866150" bIns="92456" numCol="1" spcCol="1270" anchor="t" anchorCtr="0">
          <a:noAutofit/>
        </a:bodyPr>
        <a:lstStyle/>
        <a:p>
          <a:pPr marL="114300" lvl="1" indent="-114300" algn="l" defTabSz="577850">
            <a:lnSpc>
              <a:spcPct val="90000"/>
            </a:lnSpc>
            <a:spcBef>
              <a:spcPct val="0"/>
            </a:spcBef>
            <a:spcAft>
              <a:spcPct val="15000"/>
            </a:spcAft>
            <a:buChar char="•"/>
          </a:pPr>
          <a:r>
            <a:rPr lang="en-US" sz="1300" kern="1200"/>
            <a:t>Loading the full dataset into Databricks was complex.</a:t>
          </a:r>
          <a:endParaRPr lang="en-US" sz="1300" kern="1200" dirty="0"/>
        </a:p>
        <a:p>
          <a:pPr marL="114300" lvl="1" indent="-114300" algn="l" defTabSz="577850">
            <a:lnSpc>
              <a:spcPct val="90000"/>
            </a:lnSpc>
            <a:spcBef>
              <a:spcPct val="0"/>
            </a:spcBef>
            <a:spcAft>
              <a:spcPct val="15000"/>
            </a:spcAft>
            <a:buChar char="•"/>
          </a:pPr>
          <a:r>
            <a:rPr lang="en-US" sz="1300" kern="1200"/>
            <a:t>Larger clusters failed to start due to AWS capacity limitations.</a:t>
          </a:r>
          <a:endParaRPr lang="en-US" sz="1300" kern="1200" dirty="0"/>
        </a:p>
      </dsp:txBody>
      <dsp:txXfrm>
        <a:off x="0" y="2611806"/>
        <a:ext cx="11160124" cy="757574"/>
      </dsp:txXfrm>
    </dsp:sp>
    <dsp:sp modelId="{3E400AF0-1FB0-C546-B206-EBD8A74F1B67}">
      <dsp:nvSpPr>
        <dsp:cNvPr id="0" name=""/>
        <dsp:cNvSpPr/>
      </dsp:nvSpPr>
      <dsp:spPr>
        <a:xfrm>
          <a:off x="558006" y="2419926"/>
          <a:ext cx="7812086" cy="38376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295278" tIns="0" rIns="295278" bIns="0" numCol="1" spcCol="1270" anchor="ctr" anchorCtr="0">
          <a:noAutofit/>
        </a:bodyPr>
        <a:lstStyle/>
        <a:p>
          <a:pPr marL="0" lvl="0" indent="0" algn="l" defTabSz="577850">
            <a:lnSpc>
              <a:spcPct val="90000"/>
            </a:lnSpc>
            <a:spcBef>
              <a:spcPct val="0"/>
            </a:spcBef>
            <a:spcAft>
              <a:spcPct val="35000"/>
            </a:spcAft>
            <a:buNone/>
          </a:pPr>
          <a:r>
            <a:rPr lang="en-US" sz="1300" b="1" kern="1200"/>
            <a:t>Challenges</a:t>
          </a:r>
          <a:r>
            <a:rPr lang="en-US" sz="1300" kern="1200"/>
            <a:t>:</a:t>
          </a:r>
          <a:endParaRPr lang="en-US" sz="1300" kern="1200" dirty="0"/>
        </a:p>
      </dsp:txBody>
      <dsp:txXfrm>
        <a:off x="576740" y="2438660"/>
        <a:ext cx="7774618" cy="346292"/>
      </dsp:txXfrm>
    </dsp:sp>
    <dsp:sp modelId="{26B78917-BD68-CA4F-A486-62C379D8D996}">
      <dsp:nvSpPr>
        <dsp:cNvPr id="0" name=""/>
        <dsp:cNvSpPr/>
      </dsp:nvSpPr>
      <dsp:spPr>
        <a:xfrm>
          <a:off x="0" y="3631461"/>
          <a:ext cx="11160124" cy="542587"/>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66150" tIns="270764" rIns="866150" bIns="92456" numCol="1" spcCol="1270" anchor="t" anchorCtr="0">
          <a:noAutofit/>
        </a:bodyPr>
        <a:lstStyle/>
        <a:p>
          <a:pPr marL="114300" lvl="1" indent="-114300" algn="l" defTabSz="577850">
            <a:lnSpc>
              <a:spcPct val="90000"/>
            </a:lnSpc>
            <a:spcBef>
              <a:spcPct val="0"/>
            </a:spcBef>
            <a:spcAft>
              <a:spcPct val="15000"/>
            </a:spcAft>
            <a:buChar char="•"/>
          </a:pPr>
          <a:r>
            <a:rPr lang="en-US" sz="1300" kern="1200" dirty="0"/>
            <a:t>Selected 5 images per scene with equal time intervals between samples.</a:t>
          </a:r>
        </a:p>
      </dsp:txBody>
      <dsp:txXfrm>
        <a:off x="0" y="3631461"/>
        <a:ext cx="11160124" cy="542587"/>
      </dsp:txXfrm>
    </dsp:sp>
    <dsp:sp modelId="{2F50166F-9FD6-C045-A87B-EC01C6A034F1}">
      <dsp:nvSpPr>
        <dsp:cNvPr id="0" name=""/>
        <dsp:cNvSpPr/>
      </dsp:nvSpPr>
      <dsp:spPr>
        <a:xfrm>
          <a:off x="558006" y="3439581"/>
          <a:ext cx="7812086" cy="38376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295278" tIns="0" rIns="295278" bIns="0" numCol="1" spcCol="1270" anchor="ctr" anchorCtr="0">
          <a:noAutofit/>
        </a:bodyPr>
        <a:lstStyle/>
        <a:p>
          <a:pPr marL="0" lvl="0" indent="0" algn="l" defTabSz="577850">
            <a:lnSpc>
              <a:spcPct val="90000"/>
            </a:lnSpc>
            <a:spcBef>
              <a:spcPct val="0"/>
            </a:spcBef>
            <a:spcAft>
              <a:spcPct val="35000"/>
            </a:spcAft>
            <a:buNone/>
          </a:pPr>
          <a:r>
            <a:rPr lang="en-US" sz="1300" b="1" kern="1200" dirty="0"/>
            <a:t>Scene Sampling</a:t>
          </a:r>
          <a:r>
            <a:rPr lang="en-US" sz="1300" kern="1200" dirty="0"/>
            <a:t>:</a:t>
          </a:r>
        </a:p>
      </dsp:txBody>
      <dsp:txXfrm>
        <a:off x="576740" y="3458315"/>
        <a:ext cx="7774618" cy="346292"/>
      </dsp:txXfrm>
    </dsp:sp>
    <dsp:sp modelId="{DEBE9E9B-8A16-204D-9BF8-6D299361814A}">
      <dsp:nvSpPr>
        <dsp:cNvPr id="0" name=""/>
        <dsp:cNvSpPr/>
      </dsp:nvSpPr>
      <dsp:spPr>
        <a:xfrm>
          <a:off x="0" y="4436129"/>
          <a:ext cx="11160124" cy="737099"/>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66150" tIns="270764" rIns="866150" bIns="92456" numCol="1" spcCol="1270" anchor="t" anchorCtr="0">
          <a:noAutofit/>
        </a:bodyPr>
        <a:lstStyle/>
        <a:p>
          <a:pPr marL="114300" lvl="1" indent="-114300" algn="l" defTabSz="577850">
            <a:lnSpc>
              <a:spcPct val="90000"/>
            </a:lnSpc>
            <a:spcBef>
              <a:spcPct val="0"/>
            </a:spcBef>
            <a:spcAft>
              <a:spcPct val="15000"/>
            </a:spcAft>
            <a:buChar char="•"/>
          </a:pPr>
          <a:r>
            <a:rPr lang="en-US" sz="1300" kern="1200" dirty="0"/>
            <a:t>Focused on a single camera view: CAMERA_LEFT_FRONT (driver view), to manage dataset size and align with the 5-image cluster limit.</a:t>
          </a:r>
        </a:p>
      </dsp:txBody>
      <dsp:txXfrm>
        <a:off x="0" y="4436129"/>
        <a:ext cx="11160124" cy="737099"/>
      </dsp:txXfrm>
    </dsp:sp>
    <dsp:sp modelId="{E7D07C75-2478-154E-BFC5-73FCB81FD4B0}">
      <dsp:nvSpPr>
        <dsp:cNvPr id="0" name=""/>
        <dsp:cNvSpPr/>
      </dsp:nvSpPr>
      <dsp:spPr>
        <a:xfrm>
          <a:off x="558006" y="4244248"/>
          <a:ext cx="7812086" cy="38376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295278" tIns="0" rIns="295278" bIns="0" numCol="1" spcCol="1270" anchor="ctr" anchorCtr="0">
          <a:noAutofit/>
        </a:bodyPr>
        <a:lstStyle/>
        <a:p>
          <a:pPr marL="0" lvl="0" indent="0" algn="l" defTabSz="577850">
            <a:lnSpc>
              <a:spcPct val="90000"/>
            </a:lnSpc>
            <a:spcBef>
              <a:spcPct val="0"/>
            </a:spcBef>
            <a:spcAft>
              <a:spcPct val="35000"/>
            </a:spcAft>
            <a:buNone/>
          </a:pPr>
          <a:r>
            <a:rPr lang="en-US" sz="1300" b="1" kern="1200" dirty="0"/>
            <a:t>Limitations</a:t>
          </a:r>
          <a:r>
            <a:rPr lang="en-US" sz="1300" kern="1200" dirty="0"/>
            <a:t>:</a:t>
          </a:r>
        </a:p>
      </dsp:txBody>
      <dsp:txXfrm>
        <a:off x="576740" y="4262982"/>
        <a:ext cx="7774618" cy="346292"/>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05FFCD4-096E-4A3E-9885-EFB64BB284ED}">
      <dsp:nvSpPr>
        <dsp:cNvPr id="0" name=""/>
        <dsp:cNvSpPr/>
      </dsp:nvSpPr>
      <dsp:spPr>
        <a:xfrm>
          <a:off x="0" y="3676"/>
          <a:ext cx="11160124" cy="783071"/>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08D1049-962C-48F6-A537-03C6A5E1E5FE}">
      <dsp:nvSpPr>
        <dsp:cNvPr id="0" name=""/>
        <dsp:cNvSpPr/>
      </dsp:nvSpPr>
      <dsp:spPr>
        <a:xfrm>
          <a:off x="236879" y="179867"/>
          <a:ext cx="430689" cy="430689"/>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490EDF7-9EFD-42D3-8157-66A48A96AF5D}">
      <dsp:nvSpPr>
        <dsp:cNvPr id="0" name=""/>
        <dsp:cNvSpPr/>
      </dsp:nvSpPr>
      <dsp:spPr>
        <a:xfrm>
          <a:off x="904447" y="3676"/>
          <a:ext cx="10255676" cy="78307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2875" tIns="82875" rIns="82875" bIns="82875" numCol="1" spcCol="1270" anchor="ctr" anchorCtr="0">
          <a:noAutofit/>
        </a:bodyPr>
        <a:lstStyle/>
        <a:p>
          <a:pPr marL="0" lvl="0" indent="0" algn="l" defTabSz="533400">
            <a:lnSpc>
              <a:spcPct val="100000"/>
            </a:lnSpc>
            <a:spcBef>
              <a:spcPct val="0"/>
            </a:spcBef>
            <a:spcAft>
              <a:spcPct val="35000"/>
            </a:spcAft>
            <a:buNone/>
          </a:pPr>
          <a:r>
            <a:rPr lang="en-US" sz="1200" b="1" kern="1200" dirty="0"/>
            <a:t>Sampling Frequency: </a:t>
          </a:r>
          <a:r>
            <a:rPr lang="en-US" sz="1200" kern="1200" dirty="0"/>
            <a:t>Only 5 samples were provided to the model at time intervals 0s, 5s, 10s, 15s, and 20s. This lower sampling frequency, due to cluster capacity, could reduce the model’s ability to capture subtle changes across the scene.</a:t>
          </a:r>
          <a:r>
            <a:rPr lang="en-US" sz="1200" b="1" kern="1200" dirty="0"/>
            <a:t> </a:t>
          </a:r>
          <a:endParaRPr lang="en-US" sz="1200" kern="1200" dirty="0"/>
        </a:p>
      </dsp:txBody>
      <dsp:txXfrm>
        <a:off x="904447" y="3676"/>
        <a:ext cx="10255676" cy="783071"/>
      </dsp:txXfrm>
    </dsp:sp>
    <dsp:sp modelId="{B831358B-D1BC-4BCE-A7F4-2B5D0A970B09}">
      <dsp:nvSpPr>
        <dsp:cNvPr id="0" name=""/>
        <dsp:cNvSpPr/>
      </dsp:nvSpPr>
      <dsp:spPr>
        <a:xfrm>
          <a:off x="0" y="982515"/>
          <a:ext cx="11160124" cy="783071"/>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556E1C4-4B7D-4B98-A58D-E0D90A6A98E3}">
      <dsp:nvSpPr>
        <dsp:cNvPr id="0" name=""/>
        <dsp:cNvSpPr/>
      </dsp:nvSpPr>
      <dsp:spPr>
        <a:xfrm>
          <a:off x="236879" y="1158706"/>
          <a:ext cx="430689" cy="430689"/>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5743403-ACDE-4EBA-8DE1-E2E364061FC8}">
      <dsp:nvSpPr>
        <dsp:cNvPr id="0" name=""/>
        <dsp:cNvSpPr/>
      </dsp:nvSpPr>
      <dsp:spPr>
        <a:xfrm>
          <a:off x="904447" y="982515"/>
          <a:ext cx="10255676" cy="78307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2875" tIns="82875" rIns="82875" bIns="82875" numCol="1" spcCol="1270" anchor="ctr" anchorCtr="0">
          <a:noAutofit/>
        </a:bodyPr>
        <a:lstStyle/>
        <a:p>
          <a:pPr marL="0" lvl="0" indent="0" algn="l" defTabSz="533400">
            <a:lnSpc>
              <a:spcPct val="100000"/>
            </a:lnSpc>
            <a:spcBef>
              <a:spcPct val="0"/>
            </a:spcBef>
            <a:spcAft>
              <a:spcPct val="35000"/>
            </a:spcAft>
            <a:buNone/>
          </a:pPr>
          <a:r>
            <a:rPr lang="en-US" sz="1200" b="1" kern="1200" dirty="0"/>
            <a:t>Contextual Scene Understanding: </a:t>
          </a:r>
          <a:r>
            <a:rPr lang="en-US" sz="1200" kern="1200" dirty="0"/>
            <a:t>The model lacks deeper contextual understanding for scene dynamics, where lighting and environmental changes significantly impact categorization. This limitation persisted despite using multiple images per scene in Phase 2, indicating that a larger model or one fine-tuned on scene-specific data could potentially address this better.</a:t>
          </a:r>
          <a:r>
            <a:rPr lang="en-US" sz="1200" b="1" kern="1200" dirty="0"/>
            <a:t> </a:t>
          </a:r>
          <a:endParaRPr lang="en-US" sz="1200" kern="1200" dirty="0"/>
        </a:p>
      </dsp:txBody>
      <dsp:txXfrm>
        <a:off x="904447" y="982515"/>
        <a:ext cx="10255676" cy="783071"/>
      </dsp:txXfrm>
    </dsp:sp>
    <dsp:sp modelId="{9F26B158-E232-49A9-B5AB-1E5EEC5B7F8D}">
      <dsp:nvSpPr>
        <dsp:cNvPr id="0" name=""/>
        <dsp:cNvSpPr/>
      </dsp:nvSpPr>
      <dsp:spPr>
        <a:xfrm>
          <a:off x="0" y="1961354"/>
          <a:ext cx="11160124" cy="783071"/>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00EC280-9093-4E62-9C43-3A82F5A57B1B}">
      <dsp:nvSpPr>
        <dsp:cNvPr id="0" name=""/>
        <dsp:cNvSpPr/>
      </dsp:nvSpPr>
      <dsp:spPr>
        <a:xfrm>
          <a:off x="236879" y="2137545"/>
          <a:ext cx="430689" cy="430689"/>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5968C676-12DC-4F90-AB56-4E095437CE52}">
      <dsp:nvSpPr>
        <dsp:cNvPr id="0" name=""/>
        <dsp:cNvSpPr/>
      </dsp:nvSpPr>
      <dsp:spPr>
        <a:xfrm>
          <a:off x="904447" y="1961354"/>
          <a:ext cx="10255676" cy="78307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2875" tIns="82875" rIns="82875" bIns="82875" numCol="1" spcCol="1270" anchor="ctr" anchorCtr="0">
          <a:noAutofit/>
        </a:bodyPr>
        <a:lstStyle/>
        <a:p>
          <a:pPr marL="0" lvl="0" indent="0" algn="l" defTabSz="533400">
            <a:lnSpc>
              <a:spcPct val="100000"/>
            </a:lnSpc>
            <a:spcBef>
              <a:spcPct val="0"/>
            </a:spcBef>
            <a:spcAft>
              <a:spcPct val="35000"/>
            </a:spcAft>
            <a:buNone/>
          </a:pPr>
          <a:r>
            <a:rPr lang="en-US" sz="1200" b="1" kern="1200" dirty="0"/>
            <a:t>Model Size</a:t>
          </a:r>
          <a:r>
            <a:rPr lang="en-US" sz="1200" kern="1200" dirty="0"/>
            <a:t>: The 7B parameter model may lack the expressive power and generalization ability of larger models, limiting its capability to capture subtle scene details and complex patterns, even with prompt adjustments. This limitation became evident in Phase 3, as larger models could potentially better interpret nuanced categories like structure, lighting, and area changes.</a:t>
          </a:r>
        </a:p>
      </dsp:txBody>
      <dsp:txXfrm>
        <a:off x="904447" y="1961354"/>
        <a:ext cx="10255676" cy="783071"/>
      </dsp:txXfrm>
    </dsp:sp>
    <dsp:sp modelId="{87A92DCD-2FB0-4DDE-989B-405DDA2880A7}">
      <dsp:nvSpPr>
        <dsp:cNvPr id="0" name=""/>
        <dsp:cNvSpPr/>
      </dsp:nvSpPr>
      <dsp:spPr>
        <a:xfrm>
          <a:off x="0" y="2940193"/>
          <a:ext cx="11160124" cy="783071"/>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1B84F1A-D134-4ECD-B218-8B1FCF12954D}">
      <dsp:nvSpPr>
        <dsp:cNvPr id="0" name=""/>
        <dsp:cNvSpPr/>
      </dsp:nvSpPr>
      <dsp:spPr>
        <a:xfrm>
          <a:off x="236879" y="3116384"/>
          <a:ext cx="430689" cy="430689"/>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F4992360-B864-4689-8206-F3520FA4D57E}">
      <dsp:nvSpPr>
        <dsp:cNvPr id="0" name=""/>
        <dsp:cNvSpPr/>
      </dsp:nvSpPr>
      <dsp:spPr>
        <a:xfrm>
          <a:off x="904447" y="2940193"/>
          <a:ext cx="10255676" cy="78307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2875" tIns="82875" rIns="82875" bIns="82875" numCol="1" spcCol="1270" anchor="ctr" anchorCtr="0">
          <a:noAutofit/>
        </a:bodyPr>
        <a:lstStyle/>
        <a:p>
          <a:pPr marL="0" lvl="0" indent="0" algn="l" defTabSz="533400">
            <a:lnSpc>
              <a:spcPct val="100000"/>
            </a:lnSpc>
            <a:spcBef>
              <a:spcPct val="0"/>
            </a:spcBef>
            <a:spcAft>
              <a:spcPct val="35000"/>
            </a:spcAft>
            <a:buNone/>
          </a:pPr>
          <a:r>
            <a:rPr lang="en-US" sz="1200" b="1" kern="1200" dirty="0"/>
            <a:t>Domain-Specific Pre-Training</a:t>
          </a:r>
          <a:r>
            <a:rPr lang="en-US" sz="1200" kern="1200" dirty="0"/>
            <a:t>: The model was pre-trained on general data without exposure to our specific dataset and domain cues, which may reduce its accuracy and ability to interpret unique visual features and conditions. In Phase 3, the limitation of using only one camera view due to data size constraints further highlighted the need for fine-tuning on domain-specific data.</a:t>
          </a:r>
        </a:p>
      </dsp:txBody>
      <dsp:txXfrm>
        <a:off x="904447" y="2940193"/>
        <a:ext cx="10255676" cy="783071"/>
      </dsp:txXfrm>
    </dsp:sp>
    <dsp:sp modelId="{111A544B-FA3D-4D63-9F4B-C3A406AB216E}">
      <dsp:nvSpPr>
        <dsp:cNvPr id="0" name=""/>
        <dsp:cNvSpPr/>
      </dsp:nvSpPr>
      <dsp:spPr>
        <a:xfrm>
          <a:off x="0" y="3919032"/>
          <a:ext cx="11160124" cy="783071"/>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9C7E1FC-3E03-458A-ADC4-847E0D8ED9A1}">
      <dsp:nvSpPr>
        <dsp:cNvPr id="0" name=""/>
        <dsp:cNvSpPr/>
      </dsp:nvSpPr>
      <dsp:spPr>
        <a:xfrm>
          <a:off x="236879" y="4095223"/>
          <a:ext cx="430689" cy="430689"/>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88BFD57-467C-43F1-97A2-EDC0D642C791}">
      <dsp:nvSpPr>
        <dsp:cNvPr id="0" name=""/>
        <dsp:cNvSpPr/>
      </dsp:nvSpPr>
      <dsp:spPr>
        <a:xfrm>
          <a:off x="904447" y="3919032"/>
          <a:ext cx="10255676" cy="78307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2875" tIns="82875" rIns="82875" bIns="82875" numCol="1" spcCol="1270" anchor="ctr" anchorCtr="0">
          <a:noAutofit/>
        </a:bodyPr>
        <a:lstStyle/>
        <a:p>
          <a:pPr marL="0" lvl="0" indent="0" algn="l" defTabSz="533400">
            <a:lnSpc>
              <a:spcPct val="100000"/>
            </a:lnSpc>
            <a:spcBef>
              <a:spcPct val="0"/>
            </a:spcBef>
            <a:spcAft>
              <a:spcPct val="35000"/>
            </a:spcAft>
            <a:buNone/>
          </a:pPr>
          <a:r>
            <a:rPr lang="en-US" sz="1200" b="1" kern="1200" dirty="0"/>
            <a:t>Cluster Capacity and Infrastructure</a:t>
          </a:r>
          <a:r>
            <a:rPr lang="en-US" sz="1200" kern="1200" dirty="0"/>
            <a:t>: Despite upgrading the infrastructure in Phase 2, the Databricks cluster could not handle more than 5 images per scene in large-scale testing (Phase 3). AWS capacity issues further limited scalability, requiring compromises such as focusing on a single camera view and limiting scene representation.</a:t>
          </a:r>
        </a:p>
      </dsp:txBody>
      <dsp:txXfrm>
        <a:off x="904447" y="3919032"/>
        <a:ext cx="10255676" cy="783071"/>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ADD21B0-6DB6-4BC6-97AD-525EFE73DE2B}">
      <dsp:nvSpPr>
        <dsp:cNvPr id="0" name=""/>
        <dsp:cNvSpPr/>
      </dsp:nvSpPr>
      <dsp:spPr>
        <a:xfrm>
          <a:off x="274761" y="931423"/>
          <a:ext cx="919804" cy="919804"/>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1B033BE-3BE4-4723-AD2E-AD7F0620BD02}">
      <dsp:nvSpPr>
        <dsp:cNvPr id="0" name=""/>
        <dsp:cNvSpPr/>
      </dsp:nvSpPr>
      <dsp:spPr>
        <a:xfrm>
          <a:off x="467920" y="1124582"/>
          <a:ext cx="533486" cy="533486"/>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1D05638-5FFC-40F8-8899-7B5B991B4351}">
      <dsp:nvSpPr>
        <dsp:cNvPr id="0" name=""/>
        <dsp:cNvSpPr/>
      </dsp:nvSpPr>
      <dsp:spPr>
        <a:xfrm>
          <a:off x="1391667" y="931423"/>
          <a:ext cx="2168110" cy="91980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488950">
            <a:lnSpc>
              <a:spcPct val="100000"/>
            </a:lnSpc>
            <a:spcBef>
              <a:spcPct val="0"/>
            </a:spcBef>
            <a:spcAft>
              <a:spcPct val="35000"/>
            </a:spcAft>
            <a:buNone/>
          </a:pPr>
          <a:r>
            <a:rPr lang="en-US" sz="1100" b="1" kern="1200" dirty="0"/>
            <a:t>Test with Larger Models</a:t>
          </a:r>
          <a:r>
            <a:rPr lang="en-US" sz="1100" kern="1200" dirty="0"/>
            <a:t>:</a:t>
          </a:r>
          <a:br>
            <a:rPr lang="en-US" sz="1100" kern="1200" dirty="0"/>
          </a:br>
          <a:r>
            <a:rPr lang="en-US" sz="1100" kern="1200" dirty="0"/>
            <a:t>Experiment with other </a:t>
          </a:r>
          <a:r>
            <a:rPr lang="en-US" sz="1100" kern="1200" dirty="0" err="1"/>
            <a:t>LLaVA</a:t>
          </a:r>
          <a:r>
            <a:rPr lang="en-US" sz="1100" kern="1200" dirty="0"/>
            <a:t> models with more parameters and potentially other large models to improve expressive power and context comprehension.</a:t>
          </a:r>
        </a:p>
      </dsp:txBody>
      <dsp:txXfrm>
        <a:off x="1391667" y="931423"/>
        <a:ext cx="2168110" cy="919804"/>
      </dsp:txXfrm>
    </dsp:sp>
    <dsp:sp modelId="{A3379829-011A-45D0-9B0A-898C10467294}">
      <dsp:nvSpPr>
        <dsp:cNvPr id="0" name=""/>
        <dsp:cNvSpPr/>
      </dsp:nvSpPr>
      <dsp:spPr>
        <a:xfrm>
          <a:off x="3937554" y="931423"/>
          <a:ext cx="919804" cy="919804"/>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9309DFA-D9F2-4C56-9E1E-57FA9D40D178}">
      <dsp:nvSpPr>
        <dsp:cNvPr id="0" name=""/>
        <dsp:cNvSpPr/>
      </dsp:nvSpPr>
      <dsp:spPr>
        <a:xfrm>
          <a:off x="4130713" y="1124582"/>
          <a:ext cx="533486" cy="533486"/>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03561C28-8FCF-462E-8090-B7543A0373FC}">
      <dsp:nvSpPr>
        <dsp:cNvPr id="0" name=""/>
        <dsp:cNvSpPr/>
      </dsp:nvSpPr>
      <dsp:spPr>
        <a:xfrm>
          <a:off x="5054459" y="931423"/>
          <a:ext cx="2168110" cy="91980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488950">
            <a:lnSpc>
              <a:spcPct val="100000"/>
            </a:lnSpc>
            <a:spcBef>
              <a:spcPct val="0"/>
            </a:spcBef>
            <a:spcAft>
              <a:spcPct val="35000"/>
            </a:spcAft>
            <a:buNone/>
          </a:pPr>
          <a:r>
            <a:rPr lang="en-US" sz="1100" b="1" kern="1200" dirty="0"/>
            <a:t>Increase Cluster Capacity</a:t>
          </a:r>
          <a:r>
            <a:rPr lang="en-US" sz="1100" kern="1200" dirty="0"/>
            <a:t>:</a:t>
          </a:r>
          <a:br>
            <a:rPr lang="en-US" sz="1100" kern="1200" dirty="0"/>
          </a:br>
          <a:r>
            <a:rPr lang="en-US" sz="1100" kern="1200" dirty="0"/>
            <a:t>Explore options for larger clusters or alternative infrastructure to handle more extensive scene sampling and support full-dataset testing without limitations.</a:t>
          </a:r>
        </a:p>
      </dsp:txBody>
      <dsp:txXfrm>
        <a:off x="5054459" y="931423"/>
        <a:ext cx="2168110" cy="919804"/>
      </dsp:txXfrm>
    </dsp:sp>
    <dsp:sp modelId="{5F4DB2A2-B1EB-48AD-8FF1-E0B3DCC44D27}">
      <dsp:nvSpPr>
        <dsp:cNvPr id="0" name=""/>
        <dsp:cNvSpPr/>
      </dsp:nvSpPr>
      <dsp:spPr>
        <a:xfrm>
          <a:off x="7600346" y="931423"/>
          <a:ext cx="919804" cy="919804"/>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9FD957E-E957-49BB-A98D-D9C5B0610696}">
      <dsp:nvSpPr>
        <dsp:cNvPr id="0" name=""/>
        <dsp:cNvSpPr/>
      </dsp:nvSpPr>
      <dsp:spPr>
        <a:xfrm>
          <a:off x="7793505" y="1124582"/>
          <a:ext cx="533486" cy="533486"/>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74326DD3-89B0-49BE-9DE5-016B5D70AEE6}">
      <dsp:nvSpPr>
        <dsp:cNvPr id="0" name=""/>
        <dsp:cNvSpPr/>
      </dsp:nvSpPr>
      <dsp:spPr>
        <a:xfrm>
          <a:off x="8717251" y="931423"/>
          <a:ext cx="2168110" cy="91980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488950">
            <a:lnSpc>
              <a:spcPct val="100000"/>
            </a:lnSpc>
            <a:spcBef>
              <a:spcPct val="0"/>
            </a:spcBef>
            <a:spcAft>
              <a:spcPct val="35000"/>
            </a:spcAft>
            <a:buNone/>
          </a:pPr>
          <a:r>
            <a:rPr lang="en-US" sz="1100" b="1" kern="1200" dirty="0"/>
            <a:t>Domain-Specific Fine-Tuning</a:t>
          </a:r>
          <a:r>
            <a:rPr lang="en-US" sz="1100" kern="1200" dirty="0"/>
            <a:t>:</a:t>
          </a:r>
          <a:br>
            <a:rPr lang="en-US" sz="1100" kern="1200" dirty="0"/>
          </a:br>
          <a:r>
            <a:rPr lang="en-US" sz="1100" kern="1200" dirty="0"/>
            <a:t>Complement the pre-trained model with domain-specific training on our dataset to improve accuracy in interpreting unique scene features, environmental cues, and lighting conditions.</a:t>
          </a:r>
        </a:p>
      </dsp:txBody>
      <dsp:txXfrm>
        <a:off x="8717251" y="931423"/>
        <a:ext cx="2168110" cy="919804"/>
      </dsp:txXfrm>
    </dsp:sp>
    <dsp:sp modelId="{A4CD2E9D-8490-42F2-8009-3FB72012E282}">
      <dsp:nvSpPr>
        <dsp:cNvPr id="0" name=""/>
        <dsp:cNvSpPr/>
      </dsp:nvSpPr>
      <dsp:spPr>
        <a:xfrm>
          <a:off x="274761" y="2609562"/>
          <a:ext cx="919804" cy="919804"/>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5D9C01A-C685-4CE1-89A8-02D6A25BD4C9}">
      <dsp:nvSpPr>
        <dsp:cNvPr id="0" name=""/>
        <dsp:cNvSpPr/>
      </dsp:nvSpPr>
      <dsp:spPr>
        <a:xfrm>
          <a:off x="467920" y="2802721"/>
          <a:ext cx="533486" cy="533486"/>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24BD527-4A98-4D18-BE67-F62F5D74FB66}">
      <dsp:nvSpPr>
        <dsp:cNvPr id="0" name=""/>
        <dsp:cNvSpPr/>
      </dsp:nvSpPr>
      <dsp:spPr>
        <a:xfrm>
          <a:off x="1391667" y="2609562"/>
          <a:ext cx="2168110" cy="91980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488950">
            <a:lnSpc>
              <a:spcPct val="100000"/>
            </a:lnSpc>
            <a:spcBef>
              <a:spcPct val="0"/>
            </a:spcBef>
            <a:spcAft>
              <a:spcPct val="35000"/>
            </a:spcAft>
            <a:buNone/>
          </a:pPr>
          <a:r>
            <a:rPr lang="en-US" sz="1100" b="1" kern="1200" dirty="0"/>
            <a:t>Expand Image Sampling</a:t>
          </a:r>
          <a:r>
            <a:rPr lang="en-US" sz="1100" kern="1200" dirty="0"/>
            <a:t>:</a:t>
          </a:r>
          <a:br>
            <a:rPr lang="en-US" sz="1100" kern="1200" dirty="0"/>
          </a:br>
          <a:r>
            <a:rPr lang="en-US" sz="1100" kern="1200" dirty="0"/>
            <a:t>Evaluate using more than 5 images per scene to capture detailed environmental changes. Conduct experiments to determine the optimal number of images per scene for balanced accuracy and performance.</a:t>
          </a:r>
        </a:p>
      </dsp:txBody>
      <dsp:txXfrm>
        <a:off x="1391667" y="2609562"/>
        <a:ext cx="2168110" cy="919804"/>
      </dsp:txXfrm>
    </dsp:sp>
    <dsp:sp modelId="{C2BDECD4-8A78-450B-B368-5081E80E986A}">
      <dsp:nvSpPr>
        <dsp:cNvPr id="0" name=""/>
        <dsp:cNvSpPr/>
      </dsp:nvSpPr>
      <dsp:spPr>
        <a:xfrm>
          <a:off x="3937554" y="2609562"/>
          <a:ext cx="919804" cy="919804"/>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4D6A6B0-DB85-420D-8805-30725339588F}">
      <dsp:nvSpPr>
        <dsp:cNvPr id="0" name=""/>
        <dsp:cNvSpPr/>
      </dsp:nvSpPr>
      <dsp:spPr>
        <a:xfrm>
          <a:off x="4130713" y="2802721"/>
          <a:ext cx="533486" cy="533486"/>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1496039-5E67-4FA0-A8C1-867C34391F3C}">
      <dsp:nvSpPr>
        <dsp:cNvPr id="0" name=""/>
        <dsp:cNvSpPr/>
      </dsp:nvSpPr>
      <dsp:spPr>
        <a:xfrm>
          <a:off x="5054459" y="2609562"/>
          <a:ext cx="2168110" cy="91980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488950">
            <a:lnSpc>
              <a:spcPct val="100000"/>
            </a:lnSpc>
            <a:spcBef>
              <a:spcPct val="0"/>
            </a:spcBef>
            <a:spcAft>
              <a:spcPct val="35000"/>
            </a:spcAft>
            <a:buNone/>
          </a:pPr>
          <a:r>
            <a:rPr lang="en-US" sz="1100" b="1" kern="1200" dirty="0"/>
            <a:t>Iterate Prompt Tuning</a:t>
          </a:r>
          <a:r>
            <a:rPr lang="en-US" sz="1100" kern="1200" dirty="0"/>
            <a:t>:</a:t>
          </a:r>
          <a:br>
            <a:rPr lang="en-US" sz="1100" kern="1200" dirty="0"/>
          </a:br>
          <a:r>
            <a:rPr lang="en-US" sz="1100" kern="1200" dirty="0"/>
            <a:t>Continue refining prompt engineering based on specific categories and model feedback, especially for challenging aspects like lighting, weather, and structure.</a:t>
          </a:r>
        </a:p>
      </dsp:txBody>
      <dsp:txXfrm>
        <a:off x="5054459" y="2609562"/>
        <a:ext cx="2168110" cy="919804"/>
      </dsp:txXfrm>
    </dsp:sp>
    <dsp:sp modelId="{5D717AE4-9D15-454C-BDCB-0BB304756B34}">
      <dsp:nvSpPr>
        <dsp:cNvPr id="0" name=""/>
        <dsp:cNvSpPr/>
      </dsp:nvSpPr>
      <dsp:spPr>
        <a:xfrm>
          <a:off x="7600346" y="2609562"/>
          <a:ext cx="919804" cy="919804"/>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6162A40-40D7-4B24-8DDB-91A9CA1B44B1}">
      <dsp:nvSpPr>
        <dsp:cNvPr id="0" name=""/>
        <dsp:cNvSpPr/>
      </dsp:nvSpPr>
      <dsp:spPr>
        <a:xfrm>
          <a:off x="7793505" y="2802721"/>
          <a:ext cx="533486" cy="533486"/>
        </a:xfrm>
        <a:prstGeom prst="rect">
          <a:avLst/>
        </a:prstGeom>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1B47F13-B11C-4B34-A679-D7ED3CA1CB64}">
      <dsp:nvSpPr>
        <dsp:cNvPr id="0" name=""/>
        <dsp:cNvSpPr/>
      </dsp:nvSpPr>
      <dsp:spPr>
        <a:xfrm>
          <a:off x="8717251" y="2609562"/>
          <a:ext cx="2168110" cy="91980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488950">
            <a:lnSpc>
              <a:spcPct val="100000"/>
            </a:lnSpc>
            <a:spcBef>
              <a:spcPct val="0"/>
            </a:spcBef>
            <a:spcAft>
              <a:spcPct val="35000"/>
            </a:spcAft>
            <a:buNone/>
          </a:pPr>
          <a:r>
            <a:rPr lang="en-US" sz="1100" b="1" kern="1200" dirty="0"/>
            <a:t>Evaluate Cross-Model Consistency</a:t>
          </a:r>
          <a:r>
            <a:rPr lang="en-US" sz="1100" kern="1200" dirty="0"/>
            <a:t>:</a:t>
          </a:r>
          <a:br>
            <a:rPr lang="en-US" sz="1100" kern="1200" dirty="0"/>
          </a:br>
          <a:r>
            <a:rPr lang="en-US" sz="1100" kern="1200" dirty="0"/>
            <a:t>Compare outputs across different models to validate findings and identify model-specific biases or limitations.</a:t>
          </a:r>
        </a:p>
      </dsp:txBody>
      <dsp:txXfrm>
        <a:off x="8717251" y="2609562"/>
        <a:ext cx="2168110" cy="919804"/>
      </dsp:txXfrm>
    </dsp:sp>
  </dsp:spTree>
</dsp:drawing>
</file>

<file path=ppt/diagrams/layout1.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3.xml><?xml version="1.0" encoding="utf-8"?>
<dgm:layoutDef xmlns:dgm="http://schemas.openxmlformats.org/drawingml/2006/diagram" xmlns:a="http://schemas.openxmlformats.org/drawingml/2006/main" uniqueId="urn:microsoft.com/office/officeart/2005/8/layout/process4">
  <dgm:title val=""/>
  <dgm:desc val=""/>
  <dgm:catLst>
    <dgm:cat type="process" pri="16000"/>
    <dgm:cat type="list" pri="2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65"/>
      <dgm:constr type="primFontSz" for="des" forName="parentTextArrow" refType="primFontSz" refFor="des" refForName="parentTextBox" op="equ"/>
      <dgm:constr type="primFontSz" for="des" forName="childTextArrow" val="65"/>
      <dgm:constr type="primFontSz" for="des" forName="childTextBox" refType="primFontSz" refFor="des" refForName="childTex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hoose name="Name4">
              <dgm:if name="Name5" axis="ch" ptType="node" func="cnt" op="gte" val="1">
                <dgm:constrLst>
                  <dgm:constr type="w" for="ch" forName="parentTextBox" refType="w"/>
                  <dgm:constr type="h" for="ch" forName="parentTextBox" refType="h" fact="0.54"/>
                  <dgm:constr type="t" for="ch" forName="parentTextBox"/>
                  <dgm:constr type="w" for="ch" forName="entireBox" refType="w"/>
                  <dgm:constr type="h" for="ch" forName="entireBox" refType="h"/>
                  <dgm:constr type="w" for="ch" forName="descendantBox" refType="w"/>
                  <dgm:constr type="b" for="ch" forName="descendantBox" refType="h" fact="0.98"/>
                  <dgm:constr type="h" for="ch" forName="descendantBox" refType="h" fact="0.46"/>
                </dgm:constrLst>
              </dgm:if>
              <dgm:else name="Name6">
                <dgm:constrLst>
                  <dgm:constr type="w" for="ch" forName="parentTextBox" refType="w"/>
                  <dgm:constr type="h" for="ch" forName="parentTextBox" refType="h"/>
                </dgm:constrLst>
              </dgm:else>
            </dgm:choose>
            <dgm:ruleLst/>
            <dgm:layoutNode name="parentTextBox">
              <dgm:alg type="tx"/>
              <dgm:choose name="Name7">
                <dgm:if name="Name8" axis="ch" ptType="node" func="cnt" op="gte" val="1">
                  <dgm:shape xmlns:r="http://schemas.openxmlformats.org/officeDocument/2006/relationships" type="rect" r:blip="" zOrderOff="1" hideGeom="1">
                    <dgm:adjLst/>
                  </dgm:shape>
                </dgm:if>
                <dgm:else name="Name9">
                  <dgm:shape xmlns:r="http://schemas.openxmlformats.org/officeDocument/2006/relationships" type="rect" r:blip="">
                    <dgm:adjLst/>
                  </dgm:shape>
                </dgm:else>
              </dgm:choose>
              <dgm:presOf axis="self"/>
              <dgm:constrLst/>
              <dgm:ruleLst>
                <dgm:rule type="primFontSz" val="5" fact="NaN" max="NaN"/>
              </dgm:ruleLst>
            </dgm:layoutNode>
            <dgm:choose name="Name10">
              <dgm:if name="Name11" axis="ch" ptType="node" func="cnt" op="gte" val="1">
                <dgm:layoutNode name="entireBox">
                  <dgm:alg type="sp"/>
                  <dgm:shape xmlns:r="http://schemas.openxmlformats.org/officeDocument/2006/relationships" type="rect" r:blip="">
                    <dgm:adjLst/>
                  </dgm:shape>
                  <dgm:presOf axis="self"/>
                  <dgm:constrLst/>
                  <dgm:ruleLst/>
                </dgm:layoutNode>
                <dgm:layoutNode name="descendantBox" styleLbl="fgAccFollowNode1">
                  <dgm:choose name="Name12">
                    <dgm:if name="Name13" func="var" arg="dir" op="equ" val="norm">
                      <dgm:alg type="lin"/>
                    </dgm:if>
                    <dgm:else name="Name14">
                      <dgm:alg type="lin">
                        <dgm:param type="linDir" val="fromR"/>
                      </dgm:alg>
                    </dgm:else>
                  </dgm:choose>
                  <dgm:shape xmlns:r="http://schemas.openxmlformats.org/officeDocument/2006/relationships" r:blip="">
                    <dgm:adjLst/>
                  </dgm:shape>
                  <dgm:presOf/>
                  <dgm:constrLst>
                    <dgm:constr type="w" for="ch" forName="childTextBox" refType="w"/>
                    <dgm:constr type="h" for="ch" forName="childTextBox" refType="h"/>
                  </dgm:constrLst>
                  <dgm:ruleLst/>
                  <dgm:forEach name="Name15" axis="ch" ptType="node">
                    <dgm:layoutNode name="childTextBox"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16"/>
            </dgm:choose>
          </dgm:layoutNode>
        </dgm:if>
        <dgm:else name="Name17">
          <dgm:layoutNode name="arrowAndChildren">
            <dgm:alg type="composite"/>
            <dgm:shape xmlns:r="http://schemas.openxmlformats.org/officeDocument/2006/relationships" r:blip="">
              <dgm:adjLst/>
            </dgm:shape>
            <dgm:presOf/>
            <dgm:choose name="Name18">
              <dgm:if name="Name19" axis="ch" ptType="node" func="cnt" op="gte" val="1">
                <dgm:constrLst>
                  <dgm:constr type="w" for="ch" forName="parentTextArrow" refType="w"/>
                  <dgm:constr type="t" for="ch" forName="parentTextArrow"/>
                  <dgm:constr type="h" for="ch" forName="parentTextArrow" refType="h" fact="0.351"/>
                  <dgm:constr type="w" for="ch" forName="arrow" refType="w"/>
                  <dgm:constr type="h" for="ch" forName="arrow" refType="h"/>
                  <dgm:constr type="w" for="ch" forName="descendantArrow" refType="w"/>
                  <dgm:constr type="b" for="ch" forName="descendantArrow" refType="h" fact="0.65"/>
                  <dgm:constr type="h" for="ch" forName="descendantArrow" refType="h" fact="0.299"/>
                </dgm:constrLst>
              </dgm:if>
              <dgm:else name="Name20">
                <dgm:constrLst>
                  <dgm:constr type="w" for="ch" forName="parentTextArrow" refType="w"/>
                  <dgm:constr type="h" for="ch" forName="parentTextArrow" refType="h"/>
                </dgm:constrLst>
              </dgm:else>
            </dgm:choose>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ruleLst>
                <dgm:rule type="primFontSz" val="5" fact="NaN" max="NaN"/>
              </dgm:ruleLst>
            </dgm:layoutNode>
            <dgm:choose name="Name24">
              <dgm:if name="Name25" axis="ch" ptType="node" func="cnt" op="gte" val="1">
                <dgm:layoutNode name="arrow">
                  <dgm:alg type="sp"/>
                  <dgm:shape xmlns:r="http://schemas.openxmlformats.org/officeDocument/2006/relationships" rot="180" type="upArrowCallout" r:blip="">
                    <dgm:adjLst/>
                  </dgm:shape>
                  <dgm:presOf axis="self"/>
                  <dgm:constrLst/>
                  <dgm:ruleLst/>
                </dgm:layoutNode>
                <dgm:layoutNode name="descendantArrow">
                  <dgm:choose name="Name26">
                    <dgm:if name="Name27" func="var" arg="dir" op="equ" val="norm">
                      <dgm:alg type="lin"/>
                    </dgm:if>
                    <dgm:else name="Name28">
                      <dgm:alg type="lin">
                        <dgm:param type="linDir" val="fromR"/>
                      </dgm:alg>
                    </dgm:else>
                  </dgm:choose>
                  <dgm:shape xmlns:r="http://schemas.openxmlformats.org/officeDocument/2006/relationships" r:blip="">
                    <dgm:adjLst/>
                  </dgm:shape>
                  <dgm:presOf/>
                  <dgm:constrLst>
                    <dgm:constr type="w" for="ch" forName="childTextArrow" refType="w"/>
                    <dgm:constr type="h" for="ch" forName="childTextArrow" refType="h"/>
                  </dgm:constrLst>
                  <dgm:ruleLst/>
                  <dgm:forEach name="Name29" axis="ch" ptType="node">
                    <dgm:layoutNode name="childTextArrow"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30"/>
            </dgm:choos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process4">
  <dgm:title val=""/>
  <dgm:desc val=""/>
  <dgm:catLst>
    <dgm:cat type="process" pri="16000"/>
    <dgm:cat type="list" pri="2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65"/>
      <dgm:constr type="primFontSz" for="des" forName="parentTextArrow" refType="primFontSz" refFor="des" refForName="parentTextBox" op="equ"/>
      <dgm:constr type="primFontSz" for="des" forName="childTextArrow" val="65"/>
      <dgm:constr type="primFontSz" for="des" forName="childTextBox" refType="primFontSz" refFor="des" refForName="childTex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hoose name="Name4">
              <dgm:if name="Name5" axis="ch" ptType="node" func="cnt" op="gte" val="1">
                <dgm:constrLst>
                  <dgm:constr type="w" for="ch" forName="parentTextBox" refType="w"/>
                  <dgm:constr type="h" for="ch" forName="parentTextBox" refType="h" fact="0.54"/>
                  <dgm:constr type="t" for="ch" forName="parentTextBox"/>
                  <dgm:constr type="w" for="ch" forName="entireBox" refType="w"/>
                  <dgm:constr type="h" for="ch" forName="entireBox" refType="h"/>
                  <dgm:constr type="w" for="ch" forName="descendantBox" refType="w"/>
                  <dgm:constr type="b" for="ch" forName="descendantBox" refType="h" fact="0.98"/>
                  <dgm:constr type="h" for="ch" forName="descendantBox" refType="h" fact="0.46"/>
                </dgm:constrLst>
              </dgm:if>
              <dgm:else name="Name6">
                <dgm:constrLst>
                  <dgm:constr type="w" for="ch" forName="parentTextBox" refType="w"/>
                  <dgm:constr type="h" for="ch" forName="parentTextBox" refType="h"/>
                </dgm:constrLst>
              </dgm:else>
            </dgm:choose>
            <dgm:ruleLst/>
            <dgm:layoutNode name="parentTextBox">
              <dgm:alg type="tx"/>
              <dgm:choose name="Name7">
                <dgm:if name="Name8" axis="ch" ptType="node" func="cnt" op="gte" val="1">
                  <dgm:shape xmlns:r="http://schemas.openxmlformats.org/officeDocument/2006/relationships" type="rect" r:blip="" zOrderOff="1" hideGeom="1">
                    <dgm:adjLst/>
                  </dgm:shape>
                </dgm:if>
                <dgm:else name="Name9">
                  <dgm:shape xmlns:r="http://schemas.openxmlformats.org/officeDocument/2006/relationships" type="rect" r:blip="">
                    <dgm:adjLst/>
                  </dgm:shape>
                </dgm:else>
              </dgm:choose>
              <dgm:presOf axis="self"/>
              <dgm:constrLst/>
              <dgm:ruleLst>
                <dgm:rule type="primFontSz" val="5" fact="NaN" max="NaN"/>
              </dgm:ruleLst>
            </dgm:layoutNode>
            <dgm:choose name="Name10">
              <dgm:if name="Name11" axis="ch" ptType="node" func="cnt" op="gte" val="1">
                <dgm:layoutNode name="entireBox">
                  <dgm:alg type="sp"/>
                  <dgm:shape xmlns:r="http://schemas.openxmlformats.org/officeDocument/2006/relationships" type="rect" r:blip="">
                    <dgm:adjLst/>
                  </dgm:shape>
                  <dgm:presOf axis="self"/>
                  <dgm:constrLst/>
                  <dgm:ruleLst/>
                </dgm:layoutNode>
                <dgm:layoutNode name="descendantBox" styleLbl="fgAccFollowNode1">
                  <dgm:choose name="Name12">
                    <dgm:if name="Name13" func="var" arg="dir" op="equ" val="norm">
                      <dgm:alg type="lin"/>
                    </dgm:if>
                    <dgm:else name="Name14">
                      <dgm:alg type="lin">
                        <dgm:param type="linDir" val="fromR"/>
                      </dgm:alg>
                    </dgm:else>
                  </dgm:choose>
                  <dgm:shape xmlns:r="http://schemas.openxmlformats.org/officeDocument/2006/relationships" r:blip="">
                    <dgm:adjLst/>
                  </dgm:shape>
                  <dgm:presOf/>
                  <dgm:constrLst>
                    <dgm:constr type="w" for="ch" forName="childTextBox" refType="w"/>
                    <dgm:constr type="h" for="ch" forName="childTextBox" refType="h"/>
                  </dgm:constrLst>
                  <dgm:ruleLst/>
                  <dgm:forEach name="Name15" axis="ch" ptType="node">
                    <dgm:layoutNode name="childTextBox"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16"/>
            </dgm:choose>
          </dgm:layoutNode>
        </dgm:if>
        <dgm:else name="Name17">
          <dgm:layoutNode name="arrowAndChildren">
            <dgm:alg type="composite"/>
            <dgm:shape xmlns:r="http://schemas.openxmlformats.org/officeDocument/2006/relationships" r:blip="">
              <dgm:adjLst/>
            </dgm:shape>
            <dgm:presOf/>
            <dgm:choose name="Name18">
              <dgm:if name="Name19" axis="ch" ptType="node" func="cnt" op="gte" val="1">
                <dgm:constrLst>
                  <dgm:constr type="w" for="ch" forName="parentTextArrow" refType="w"/>
                  <dgm:constr type="t" for="ch" forName="parentTextArrow"/>
                  <dgm:constr type="h" for="ch" forName="parentTextArrow" refType="h" fact="0.351"/>
                  <dgm:constr type="w" for="ch" forName="arrow" refType="w"/>
                  <dgm:constr type="h" for="ch" forName="arrow" refType="h"/>
                  <dgm:constr type="w" for="ch" forName="descendantArrow" refType="w"/>
                  <dgm:constr type="b" for="ch" forName="descendantArrow" refType="h" fact="0.65"/>
                  <dgm:constr type="h" for="ch" forName="descendantArrow" refType="h" fact="0.299"/>
                </dgm:constrLst>
              </dgm:if>
              <dgm:else name="Name20">
                <dgm:constrLst>
                  <dgm:constr type="w" for="ch" forName="parentTextArrow" refType="w"/>
                  <dgm:constr type="h" for="ch" forName="parentTextArrow" refType="h"/>
                </dgm:constrLst>
              </dgm:else>
            </dgm:choose>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ruleLst>
                <dgm:rule type="primFontSz" val="5" fact="NaN" max="NaN"/>
              </dgm:ruleLst>
            </dgm:layoutNode>
            <dgm:choose name="Name24">
              <dgm:if name="Name25" axis="ch" ptType="node" func="cnt" op="gte" val="1">
                <dgm:layoutNode name="arrow">
                  <dgm:alg type="sp"/>
                  <dgm:shape xmlns:r="http://schemas.openxmlformats.org/officeDocument/2006/relationships" rot="180" type="upArrowCallout" r:blip="">
                    <dgm:adjLst/>
                  </dgm:shape>
                  <dgm:presOf axis="self"/>
                  <dgm:constrLst/>
                  <dgm:ruleLst/>
                </dgm:layoutNode>
                <dgm:layoutNode name="descendantArrow">
                  <dgm:choose name="Name26">
                    <dgm:if name="Name27" func="var" arg="dir" op="equ" val="norm">
                      <dgm:alg type="lin"/>
                    </dgm:if>
                    <dgm:else name="Name28">
                      <dgm:alg type="lin">
                        <dgm:param type="linDir" val="fromR"/>
                      </dgm:alg>
                    </dgm:else>
                  </dgm:choose>
                  <dgm:shape xmlns:r="http://schemas.openxmlformats.org/officeDocument/2006/relationships" r:blip="">
                    <dgm:adjLst/>
                  </dgm:shape>
                  <dgm:presOf/>
                  <dgm:constrLst>
                    <dgm:constr type="w" for="ch" forName="childTextArrow" refType="w"/>
                    <dgm:constr type="h" for="ch" forName="childTextArrow" refType="h"/>
                  </dgm:constrLst>
                  <dgm:ruleLst/>
                  <dgm:forEach name="Name29" axis="ch" ptType="node">
                    <dgm:layoutNode name="childTextArrow"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30"/>
            </dgm:choos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8.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9.xml><?xml version="1.0" encoding="utf-8"?>
<dgm:layoutDef xmlns:dgm="http://schemas.openxmlformats.org/drawingml/2006/diagram" xmlns:a="http://schemas.openxmlformats.org/drawingml/2006/main" uniqueId="urn:microsoft.com/office/officeart/2018/2/layout/IconCircleList">
  <dgm:title val="Icon Circle List"/>
  <dgm:desc val="Use to show non-sequential or grouped chunks of information accompanied by related visuals. Circular shapes can hold an icon or small picture and corresponding text box shows Level 1 text. Works best for icons or small pictures with medium-length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alg type="sp"/>
    <dgm:shape xmlns:r="http://schemas.openxmlformats.org/officeDocument/2006/relationships" r:blip="">
      <dgm:adjLst/>
    </dgm:shape>
    <dgm:presOf/>
    <dgm:choose name="Name0">
      <dgm:if name="Name1" axis="ch" ptType="node" func="cnt" op="lte" val="3">
        <dgm:constrLst>
          <dgm:constr type="w" for="ch" forName="container" refType="w"/>
          <dgm:constr type="h" for="ch" forName="container" refType="h" fact="0.4"/>
        </dgm:constrLst>
      </dgm:if>
      <dgm:else name="Name2">
        <dgm:constrLst>
          <dgm:constr type="w" for="ch" forName="container" refType="w"/>
          <dgm:constr type="h" for="ch" forName="container" refType="h"/>
        </dgm:constrLst>
      </dgm:else>
    </dgm:choose>
    <dgm:ruleLst>
      <dgm:rule type="h" for="ch" forName="container" val="INF" fact="NaN" max="NaN"/>
    </dgm:ruleLst>
    <dgm:layoutNode name="container">
      <dgm:varLst>
        <dgm:dir/>
        <dgm:resizeHandles val="exact"/>
      </dgm:varLst>
      <dgm:choose name="Name3">
        <dgm:if name="Name4" axis="self" func="var" arg="dir" op="equ" val="norm">
          <dgm:alg type="snake">
            <dgm:param type="grDir" val="tL"/>
            <dgm:param type="flowDir" val="row"/>
            <dgm:param type="contDir" val="sameDir"/>
          </dgm:alg>
        </dgm:if>
        <dgm:else name="Name5">
          <dgm:alg type="snake">
            <dgm:param type="grDir" val="tR"/>
            <dgm:param type="flowDir" val="row"/>
            <dgm:param type="contDir" val="sameDir"/>
          </dgm:alg>
        </dgm:else>
      </dgm:choose>
      <dgm:shape xmlns:r="http://schemas.openxmlformats.org/officeDocument/2006/relationships" r:blip="">
        <dgm:adjLst/>
      </dgm:shape>
      <dgm:presOf/>
      <dgm:constrLst>
        <dgm:constr type="w" for="ch" forName="compNode" refType="w"/>
        <dgm:constr type="h" for="ch" forName="compNode" refType="w" fact="0.28"/>
        <dgm:constr type="w" for="ch" forName="sibTrans" refType="w" refFor="ch" refForName="compNode" fact="0.115"/>
        <dgm:constr type="sp" refType="h" op="equ" fact="0.17"/>
        <dgm:constr type="primFontSz" for="des" ptType="node" op="equ" val="24"/>
        <dgm:constr type="h" for="des" forName="compNode" op="equ"/>
        <dgm:constr type="h" for="des" forName="iconBgRect" op="equ"/>
      </dgm:constrLst>
      <dgm:ruleLst>
        <dgm:rule type="w" for="ch" forName="compNode" val="60" fact="NaN" max="NaN"/>
      </dgm:ruleLst>
      <dgm:forEach name="Name6" axis="ch" ptType="node">
        <dgm:layoutNode name="compNode">
          <dgm:alg type="composite"/>
          <dgm:shape xmlns:r="http://schemas.openxmlformats.org/officeDocument/2006/relationships" r:blip="">
            <dgm:adjLst/>
          </dgm:shape>
          <dgm:presOf axis="self"/>
          <dgm:constrLst>
            <dgm:constr type="w" for="ch" forName="iconBgRect" refType="w" fact="0.28"/>
            <dgm:constr type="h" for="ch" forName="iconBgRect" refType="w" refFor="ch" refForName="iconBgRect"/>
            <dgm:constr type="t" for="ch" forName="iconBgRect"/>
            <dgm:constr type="l" for="ch" forName="iconBgRect"/>
            <dgm:constr type="w" for="ch" forName="iconRect" refType="w" refFor="ch" refForName="iconBgRect" fact="0.58"/>
            <dgm:constr type="h" for="ch" forName="iconRect" refType="w" refFor="ch" refForName="iconRect"/>
            <dgm:constr type="ctrX" for="ch" forName="iconRect" refType="ctrX" refFor="ch" refForName="iconBgRect"/>
            <dgm:constr type="ctrY" for="ch" forName="iconRect" refType="ctrY" refFor="ch" refForName="iconBgRect"/>
            <dgm:constr type="w" for="ch" forName="spaceRect" refType="w" fact="0.06"/>
            <dgm:constr type="h" for="ch" forName="spaceRect" refType="h" refFor="ch" refForName="iconBgRect"/>
            <dgm:constr type="t" for="ch" forName="spaceRect" refType="t" refFor="ch" refForName="iconBgRect"/>
            <dgm:constr type="l" for="ch" forName="spaceRect" refType="r" refFor="ch" refForName="iconBgRect"/>
            <dgm:constr type="h" for="ch" forName="textRect" refType="h" refFor="ch" refForName="iconBgRect"/>
            <dgm:constr type="t" for="ch" forName="textRect" refType="t" refFor="ch" refForName="iconBgRect"/>
            <dgm:constr type="l" for="ch" forName="textRect" refType="r" refFor="ch" refForName="spaceRect"/>
          </dgm:constrLst>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choose name="Name7">
              <dgm:if name="Name8" func="var" arg="dir" op="equ" val="norm">
                <dgm:alg type="tx">
                  <dgm:param type="txAnchorVert" val="mid"/>
                  <dgm:param type="parTxLTRAlign" val="l"/>
                  <dgm:param type="shpTxLTRAlignCh" val="l"/>
                  <dgm:param type="parTxRTLAlign" val="l"/>
                  <dgm:param type="shpTxRTLAlignCh" val="l"/>
                </dgm:alg>
              </dgm:if>
              <dgm:else name="Name9">
                <dgm:alg type="tx">
                  <dgm:param type="txAnchorVert" val="mid"/>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Lst>
          </dgm:layoutNode>
        </dgm:layoutNode>
        <dgm:forEach name="Name10"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extLst>
    <a:ext uri="{68A01E43-0DF5-4B5B-8FA6-DAF915123BFB}">
      <dgm1612:lstStyle xmlns:dgm1612="http://schemas.microsoft.com/office/drawing/2016/12/diagram">
        <a:lvl1pPr>
          <a:lnSpc>
            <a:spcPct val="100000"/>
          </a:lnSpc>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sv-SE"/>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900DC4E-6B08-46ED-8D08-6A521AB6AF46}" type="datetimeFigureOut">
              <a:rPr lang="sv-SE" smtClean="0"/>
              <a:t>2024-11-12</a:t>
            </a:fld>
            <a:endParaRPr lang="sv-SE"/>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sv-SE"/>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sv-SE"/>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40CCAAE-9961-4CE3-9C52-D0A1DBFF1B9A}" type="slidenum">
              <a:rPr lang="sv-SE" smtClean="0"/>
              <a:t>‹#›</a:t>
            </a:fld>
            <a:endParaRPr lang="sv-SE"/>
          </a:p>
        </p:txBody>
      </p:sp>
    </p:spTree>
    <p:extLst>
      <p:ext uri="{BB962C8B-B14F-4D97-AF65-F5344CB8AC3E}">
        <p14:creationId xmlns:p14="http://schemas.microsoft.com/office/powerpoint/2010/main" val="29111383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40CCAAE-9961-4CE3-9C52-D0A1DBFF1B9A}" type="slidenum">
              <a:rPr lang="en-US" smtClean="0"/>
              <a:t>1</a:t>
            </a:fld>
            <a:endParaRPr lang="en-US" dirty="0"/>
          </a:p>
        </p:txBody>
      </p:sp>
    </p:spTree>
    <p:extLst>
      <p:ext uri="{BB962C8B-B14F-4D97-AF65-F5344CB8AC3E}">
        <p14:creationId xmlns:p14="http://schemas.microsoft.com/office/powerpoint/2010/main" val="125442702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40CCAAE-9961-4CE3-9C52-D0A1DBFF1B9A}" type="slidenum">
              <a:rPr lang="en-US" smtClean="0"/>
              <a:t>2</a:t>
            </a:fld>
            <a:endParaRPr lang="en-US" dirty="0"/>
          </a:p>
        </p:txBody>
      </p:sp>
    </p:spTree>
    <p:extLst>
      <p:ext uri="{BB962C8B-B14F-4D97-AF65-F5344CB8AC3E}">
        <p14:creationId xmlns:p14="http://schemas.microsoft.com/office/powerpoint/2010/main" val="199972852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7 billion </a:t>
            </a:r>
            <a:r>
              <a:rPr lang="en-US" b="1" dirty="0"/>
              <a:t>Parameters</a:t>
            </a:r>
          </a:p>
          <a:p>
            <a:pPr lvl="0"/>
            <a:endParaRPr lang="en-US" dirty="0"/>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1" dirty="0"/>
              <a:t>Enhanced Language Model: </a:t>
            </a:r>
            <a:r>
              <a:rPr lang="en-US" dirty="0"/>
              <a:t>Based on Mistral-7B, providing improved bilingual support and commercial licensing.</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dirty="0"/>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1" dirty="0"/>
              <a:t>Diverse and High-Quality Data: </a:t>
            </a:r>
            <a:r>
              <a:rPr lang="en-US" dirty="0"/>
              <a:t>Trained on a varied dataset to enhance performance in diverse tasks.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dirty="0"/>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1" dirty="0"/>
              <a:t>High-Resolution Processing: </a:t>
            </a:r>
            <a:r>
              <a:rPr lang="en-US" dirty="0"/>
              <a:t>Supports dynamic high-resolution inputs, improving visual understanding.</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dirty="0"/>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dirty="0"/>
          </a:p>
          <a:p>
            <a:pPr marL="171450" lvl="0" indent="-171450">
              <a:buFont typeface="Arial" panose="020B0604020202020204" pitchFamily="34" charset="0"/>
              <a:buChar char="•"/>
            </a:pPr>
            <a:endParaRPr lang="en-US" dirty="0"/>
          </a:p>
          <a:p>
            <a:endParaRPr lang="en-US" dirty="0"/>
          </a:p>
        </p:txBody>
      </p:sp>
      <p:sp>
        <p:nvSpPr>
          <p:cNvPr id="4" name="Slide Number Placeholder 3"/>
          <p:cNvSpPr>
            <a:spLocks noGrp="1"/>
          </p:cNvSpPr>
          <p:nvPr>
            <p:ph type="sldNum" sz="quarter" idx="5"/>
          </p:nvPr>
        </p:nvSpPr>
        <p:spPr/>
        <p:txBody>
          <a:bodyPr/>
          <a:lstStyle/>
          <a:p>
            <a:fld id="{240CCAAE-9961-4CE3-9C52-D0A1DBFF1B9A}" type="slidenum">
              <a:rPr lang="sv-SE" smtClean="0"/>
              <a:t>5</a:t>
            </a:fld>
            <a:endParaRPr lang="sv-SE"/>
          </a:p>
        </p:txBody>
      </p:sp>
    </p:spTree>
    <p:extLst>
      <p:ext uri="{BB962C8B-B14F-4D97-AF65-F5344CB8AC3E}">
        <p14:creationId xmlns:p14="http://schemas.microsoft.com/office/powerpoint/2010/main" val="321169153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40CCAAE-9961-4CE3-9C52-D0A1DBFF1B9A}" type="slidenum">
              <a:rPr lang="sv-SE" smtClean="0"/>
              <a:t>10</a:t>
            </a:fld>
            <a:endParaRPr lang="sv-SE"/>
          </a:p>
        </p:txBody>
      </p:sp>
    </p:spTree>
    <p:extLst>
      <p:ext uri="{BB962C8B-B14F-4D97-AF65-F5344CB8AC3E}">
        <p14:creationId xmlns:p14="http://schemas.microsoft.com/office/powerpoint/2010/main" val="160208268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40CCAAE-9961-4CE3-9C52-D0A1DBFF1B9A}" type="slidenum">
              <a:rPr lang="sv-SE" smtClean="0"/>
              <a:t>11</a:t>
            </a:fld>
            <a:endParaRPr lang="sv-SE"/>
          </a:p>
        </p:txBody>
      </p:sp>
    </p:spTree>
    <p:extLst>
      <p:ext uri="{BB962C8B-B14F-4D97-AF65-F5344CB8AC3E}">
        <p14:creationId xmlns:p14="http://schemas.microsoft.com/office/powerpoint/2010/main" val="129616936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112C9A-E91B-FA08-E526-D5789824B67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538E920-22A4-5D94-7D51-102BC3B8061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AF9251B-D1C9-7300-2EF0-21B233C70BC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0A19283-4B0A-2951-8A7D-D3E56926D46E}"/>
              </a:ext>
            </a:extLst>
          </p:cNvPr>
          <p:cNvSpPr>
            <a:spLocks noGrp="1"/>
          </p:cNvSpPr>
          <p:nvPr>
            <p:ph type="sldNum" sz="quarter" idx="5"/>
          </p:nvPr>
        </p:nvSpPr>
        <p:spPr/>
        <p:txBody>
          <a:bodyPr/>
          <a:lstStyle/>
          <a:p>
            <a:fld id="{240CCAAE-9961-4CE3-9C52-D0A1DBFF1B9A}" type="slidenum">
              <a:rPr lang="sv-SE" smtClean="0"/>
              <a:t>12</a:t>
            </a:fld>
            <a:endParaRPr lang="sv-SE"/>
          </a:p>
        </p:txBody>
      </p:sp>
    </p:spTree>
    <p:extLst>
      <p:ext uri="{BB962C8B-B14F-4D97-AF65-F5344CB8AC3E}">
        <p14:creationId xmlns:p14="http://schemas.microsoft.com/office/powerpoint/2010/main" val="303192930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40CCAAE-9961-4CE3-9C52-D0A1DBFF1B9A}" type="slidenum">
              <a:rPr lang="sv-SE" smtClean="0"/>
              <a:t>14</a:t>
            </a:fld>
            <a:endParaRPr lang="sv-SE"/>
          </a:p>
        </p:txBody>
      </p:sp>
    </p:spTree>
    <p:extLst>
      <p:ext uri="{BB962C8B-B14F-4D97-AF65-F5344CB8AC3E}">
        <p14:creationId xmlns:p14="http://schemas.microsoft.com/office/powerpoint/2010/main" val="7179547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40CCAAE-9961-4CE3-9C52-D0A1DBFF1B9A}" type="slidenum">
              <a:rPr lang="sv-SE" smtClean="0"/>
              <a:t>15</a:t>
            </a:fld>
            <a:endParaRPr lang="sv-SE"/>
          </a:p>
        </p:txBody>
      </p:sp>
    </p:spTree>
    <p:extLst>
      <p:ext uri="{BB962C8B-B14F-4D97-AF65-F5344CB8AC3E}">
        <p14:creationId xmlns:p14="http://schemas.microsoft.com/office/powerpoint/2010/main" val="29682216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Slide">
    <p:bg>
      <p:bgPr>
        <a:solidFill>
          <a:schemeClr val="accent1"/>
        </a:solidFill>
        <a:effectLst/>
      </p:bgPr>
    </p:bg>
    <p:spTree>
      <p:nvGrpSpPr>
        <p:cNvPr id="1" name=""/>
        <p:cNvGrpSpPr/>
        <p:nvPr/>
      </p:nvGrpSpPr>
      <p:grpSpPr>
        <a:xfrm>
          <a:off x="0" y="0"/>
          <a:ext cx="0" cy="0"/>
          <a:chOff x="0" y="0"/>
          <a:chExt cx="0" cy="0"/>
        </a:xfrm>
      </p:grpSpPr>
      <p:sp>
        <p:nvSpPr>
          <p:cNvPr id="12" name="ScaniaWordmark"/>
          <p:cNvSpPr>
            <a:spLocks noEditPoints="1"/>
          </p:cNvSpPr>
          <p:nvPr/>
        </p:nvSpPr>
        <p:spPr bwMode="auto">
          <a:xfrm>
            <a:off x="9852144" y="6215608"/>
            <a:ext cx="2026167" cy="343475"/>
          </a:xfrm>
          <a:custGeom>
            <a:avLst/>
            <a:gdLst>
              <a:gd name="T0" fmla="*/ 287 w 676"/>
              <a:gd name="T1" fmla="*/ 65 h 112"/>
              <a:gd name="T2" fmla="*/ 316 w 676"/>
              <a:gd name="T3" fmla="*/ 65 h 112"/>
              <a:gd name="T4" fmla="*/ 493 w 676"/>
              <a:gd name="T5" fmla="*/ 107 h 112"/>
              <a:gd name="T6" fmla="*/ 455 w 676"/>
              <a:gd name="T7" fmla="*/ 4 h 112"/>
              <a:gd name="T8" fmla="*/ 414 w 676"/>
              <a:gd name="T9" fmla="*/ 4 h 112"/>
              <a:gd name="T10" fmla="*/ 365 w 676"/>
              <a:gd name="T11" fmla="*/ 88 h 112"/>
              <a:gd name="T12" fmla="*/ 271 w 676"/>
              <a:gd name="T13" fmla="*/ 4 h 112"/>
              <a:gd name="T14" fmla="*/ 209 w 676"/>
              <a:gd name="T15" fmla="*/ 65 h 112"/>
              <a:gd name="T16" fmla="*/ 166 w 676"/>
              <a:gd name="T17" fmla="*/ 56 h 112"/>
              <a:gd name="T18" fmla="*/ 209 w 676"/>
              <a:gd name="T19" fmla="*/ 44 h 112"/>
              <a:gd name="T20" fmla="*/ 251 w 676"/>
              <a:gd name="T21" fmla="*/ 41 h 112"/>
              <a:gd name="T22" fmla="*/ 125 w 676"/>
              <a:gd name="T23" fmla="*/ 56 h 112"/>
              <a:gd name="T24" fmla="*/ 90 w 676"/>
              <a:gd name="T25" fmla="*/ 44 h 112"/>
              <a:gd name="T26" fmla="*/ 46 w 676"/>
              <a:gd name="T27" fmla="*/ 33 h 112"/>
              <a:gd name="T28" fmla="*/ 80 w 676"/>
              <a:gd name="T29" fmla="*/ 36 h 112"/>
              <a:gd name="T30" fmla="*/ 123 w 676"/>
              <a:gd name="T31" fmla="*/ 34 h 112"/>
              <a:gd name="T32" fmla="*/ 3 w 676"/>
              <a:gd name="T33" fmla="*/ 36 h 112"/>
              <a:gd name="T34" fmla="*/ 70 w 676"/>
              <a:gd name="T35" fmla="*/ 70 h 112"/>
              <a:gd name="T36" fmla="*/ 66 w 676"/>
              <a:gd name="T37" fmla="*/ 87 h 112"/>
              <a:gd name="T38" fmla="*/ 0 w 676"/>
              <a:gd name="T39" fmla="*/ 73 h 112"/>
              <a:gd name="T40" fmla="*/ 64 w 676"/>
              <a:gd name="T41" fmla="*/ 111 h 112"/>
              <a:gd name="T42" fmla="*/ 188 w 676"/>
              <a:gd name="T43" fmla="*/ 112 h 112"/>
              <a:gd name="T44" fmla="*/ 231 w 676"/>
              <a:gd name="T45" fmla="*/ 107 h 112"/>
              <a:gd name="T46" fmla="*/ 277 w 676"/>
              <a:gd name="T47" fmla="*/ 92 h 112"/>
              <a:gd name="T48" fmla="*/ 332 w 676"/>
              <a:gd name="T49" fmla="*/ 107 h 112"/>
              <a:gd name="T50" fmla="*/ 373 w 676"/>
              <a:gd name="T51" fmla="*/ 107 h 112"/>
              <a:gd name="T52" fmla="*/ 404 w 676"/>
              <a:gd name="T53" fmla="*/ 48 h 112"/>
              <a:gd name="T54" fmla="*/ 619 w 676"/>
              <a:gd name="T55" fmla="*/ 65 h 112"/>
              <a:gd name="T56" fmla="*/ 605 w 676"/>
              <a:gd name="T57" fmla="*/ 28 h 112"/>
              <a:gd name="T58" fmla="*/ 676 w 676"/>
              <a:gd name="T59" fmla="*/ 107 h 112"/>
              <a:gd name="T60" fmla="*/ 574 w 676"/>
              <a:gd name="T61" fmla="*/ 4 h 112"/>
              <a:gd name="T62" fmla="*/ 542 w 676"/>
              <a:gd name="T63" fmla="*/ 4 h 112"/>
              <a:gd name="T64" fmla="*/ 503 w 676"/>
              <a:gd name="T65" fmla="*/ 107 h 112"/>
              <a:gd name="T66" fmla="*/ 542 w 676"/>
              <a:gd name="T67" fmla="*/ 107 h 112"/>
              <a:gd name="T68" fmla="*/ 580 w 676"/>
              <a:gd name="T69" fmla="*/ 92 h 112"/>
              <a:gd name="T70" fmla="*/ 635 w 676"/>
              <a:gd name="T71" fmla="*/ 107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676" h="112">
                <a:moveTo>
                  <a:pt x="316" y="65"/>
                </a:moveTo>
                <a:cubicBezTo>
                  <a:pt x="287" y="65"/>
                  <a:pt x="287" y="65"/>
                  <a:pt x="287" y="65"/>
                </a:cubicBezTo>
                <a:cubicBezTo>
                  <a:pt x="302" y="28"/>
                  <a:pt x="302" y="28"/>
                  <a:pt x="302" y="28"/>
                </a:cubicBezTo>
                <a:lnTo>
                  <a:pt x="316" y="65"/>
                </a:lnTo>
                <a:close/>
                <a:moveTo>
                  <a:pt x="448" y="107"/>
                </a:moveTo>
                <a:cubicBezTo>
                  <a:pt x="493" y="107"/>
                  <a:pt x="493" y="107"/>
                  <a:pt x="493" y="107"/>
                </a:cubicBezTo>
                <a:cubicBezTo>
                  <a:pt x="493" y="4"/>
                  <a:pt x="493" y="4"/>
                  <a:pt x="493" y="4"/>
                </a:cubicBezTo>
                <a:cubicBezTo>
                  <a:pt x="455" y="4"/>
                  <a:pt x="455" y="4"/>
                  <a:pt x="455" y="4"/>
                </a:cubicBezTo>
                <a:cubicBezTo>
                  <a:pt x="455" y="58"/>
                  <a:pt x="455" y="58"/>
                  <a:pt x="455" y="58"/>
                </a:cubicBezTo>
                <a:cubicBezTo>
                  <a:pt x="414" y="4"/>
                  <a:pt x="414" y="4"/>
                  <a:pt x="414" y="4"/>
                </a:cubicBezTo>
                <a:cubicBezTo>
                  <a:pt x="365" y="4"/>
                  <a:pt x="365" y="4"/>
                  <a:pt x="365" y="4"/>
                </a:cubicBezTo>
                <a:cubicBezTo>
                  <a:pt x="365" y="88"/>
                  <a:pt x="365" y="88"/>
                  <a:pt x="365" y="88"/>
                </a:cubicBezTo>
                <a:cubicBezTo>
                  <a:pt x="333" y="4"/>
                  <a:pt x="333" y="4"/>
                  <a:pt x="333" y="4"/>
                </a:cubicBezTo>
                <a:cubicBezTo>
                  <a:pt x="271" y="4"/>
                  <a:pt x="271" y="4"/>
                  <a:pt x="271" y="4"/>
                </a:cubicBezTo>
                <a:cubicBezTo>
                  <a:pt x="247" y="65"/>
                  <a:pt x="247" y="65"/>
                  <a:pt x="247" y="65"/>
                </a:cubicBezTo>
                <a:cubicBezTo>
                  <a:pt x="209" y="65"/>
                  <a:pt x="209" y="65"/>
                  <a:pt x="209" y="65"/>
                </a:cubicBezTo>
                <a:cubicBezTo>
                  <a:pt x="207" y="77"/>
                  <a:pt x="200" y="83"/>
                  <a:pt x="188" y="83"/>
                </a:cubicBezTo>
                <a:cubicBezTo>
                  <a:pt x="174" y="83"/>
                  <a:pt x="166" y="73"/>
                  <a:pt x="166" y="56"/>
                </a:cubicBezTo>
                <a:cubicBezTo>
                  <a:pt x="166" y="39"/>
                  <a:pt x="174" y="28"/>
                  <a:pt x="188" y="28"/>
                </a:cubicBezTo>
                <a:cubicBezTo>
                  <a:pt x="200" y="28"/>
                  <a:pt x="207" y="34"/>
                  <a:pt x="209" y="44"/>
                </a:cubicBezTo>
                <a:cubicBezTo>
                  <a:pt x="251" y="44"/>
                  <a:pt x="251" y="44"/>
                  <a:pt x="251" y="44"/>
                </a:cubicBezTo>
                <a:cubicBezTo>
                  <a:pt x="251" y="41"/>
                  <a:pt x="251" y="41"/>
                  <a:pt x="251" y="41"/>
                </a:cubicBezTo>
                <a:cubicBezTo>
                  <a:pt x="251" y="18"/>
                  <a:pt x="231" y="0"/>
                  <a:pt x="188" y="0"/>
                </a:cubicBezTo>
                <a:cubicBezTo>
                  <a:pt x="142" y="0"/>
                  <a:pt x="125" y="23"/>
                  <a:pt x="125" y="56"/>
                </a:cubicBezTo>
                <a:cubicBezTo>
                  <a:pt x="125" y="56"/>
                  <a:pt x="125" y="57"/>
                  <a:pt x="125" y="58"/>
                </a:cubicBezTo>
                <a:cubicBezTo>
                  <a:pt x="119" y="51"/>
                  <a:pt x="108" y="47"/>
                  <a:pt x="90" y="44"/>
                </a:cubicBezTo>
                <a:cubicBezTo>
                  <a:pt x="63" y="40"/>
                  <a:pt x="63" y="40"/>
                  <a:pt x="63" y="40"/>
                </a:cubicBezTo>
                <a:cubicBezTo>
                  <a:pt x="53" y="39"/>
                  <a:pt x="46" y="38"/>
                  <a:pt x="46" y="33"/>
                </a:cubicBezTo>
                <a:cubicBezTo>
                  <a:pt x="46" y="28"/>
                  <a:pt x="50" y="24"/>
                  <a:pt x="61" y="24"/>
                </a:cubicBezTo>
                <a:cubicBezTo>
                  <a:pt x="73" y="24"/>
                  <a:pt x="80" y="29"/>
                  <a:pt x="80" y="36"/>
                </a:cubicBezTo>
                <a:cubicBezTo>
                  <a:pt x="123" y="36"/>
                  <a:pt x="123" y="36"/>
                  <a:pt x="123" y="36"/>
                </a:cubicBezTo>
                <a:cubicBezTo>
                  <a:pt x="123" y="34"/>
                  <a:pt x="123" y="34"/>
                  <a:pt x="123" y="34"/>
                </a:cubicBezTo>
                <a:cubicBezTo>
                  <a:pt x="123" y="13"/>
                  <a:pt x="103" y="0"/>
                  <a:pt x="63" y="0"/>
                </a:cubicBezTo>
                <a:cubicBezTo>
                  <a:pt x="21" y="0"/>
                  <a:pt x="3" y="15"/>
                  <a:pt x="3" y="36"/>
                </a:cubicBezTo>
                <a:cubicBezTo>
                  <a:pt x="3" y="53"/>
                  <a:pt x="14" y="62"/>
                  <a:pt x="39" y="66"/>
                </a:cubicBezTo>
                <a:cubicBezTo>
                  <a:pt x="70" y="70"/>
                  <a:pt x="70" y="70"/>
                  <a:pt x="70" y="70"/>
                </a:cubicBezTo>
                <a:cubicBezTo>
                  <a:pt x="80" y="72"/>
                  <a:pt x="84" y="74"/>
                  <a:pt x="84" y="78"/>
                </a:cubicBezTo>
                <a:cubicBezTo>
                  <a:pt x="84" y="84"/>
                  <a:pt x="78" y="87"/>
                  <a:pt x="66" y="87"/>
                </a:cubicBezTo>
                <a:cubicBezTo>
                  <a:pt x="52" y="87"/>
                  <a:pt x="45" y="81"/>
                  <a:pt x="45" y="73"/>
                </a:cubicBezTo>
                <a:cubicBezTo>
                  <a:pt x="0" y="73"/>
                  <a:pt x="0" y="73"/>
                  <a:pt x="0" y="73"/>
                </a:cubicBezTo>
                <a:cubicBezTo>
                  <a:pt x="0" y="75"/>
                  <a:pt x="0" y="75"/>
                  <a:pt x="0" y="75"/>
                </a:cubicBezTo>
                <a:cubicBezTo>
                  <a:pt x="0" y="98"/>
                  <a:pt x="22" y="111"/>
                  <a:pt x="64" y="111"/>
                </a:cubicBezTo>
                <a:cubicBezTo>
                  <a:pt x="103" y="111"/>
                  <a:pt x="126" y="103"/>
                  <a:pt x="129" y="81"/>
                </a:cubicBezTo>
                <a:cubicBezTo>
                  <a:pt x="137" y="100"/>
                  <a:pt x="156" y="112"/>
                  <a:pt x="188" y="112"/>
                </a:cubicBezTo>
                <a:cubicBezTo>
                  <a:pt x="213" y="112"/>
                  <a:pt x="228" y="105"/>
                  <a:pt x="236" y="94"/>
                </a:cubicBezTo>
                <a:cubicBezTo>
                  <a:pt x="231" y="107"/>
                  <a:pt x="231" y="107"/>
                  <a:pt x="231" y="107"/>
                </a:cubicBezTo>
                <a:cubicBezTo>
                  <a:pt x="271" y="107"/>
                  <a:pt x="271" y="107"/>
                  <a:pt x="271" y="107"/>
                </a:cubicBezTo>
                <a:cubicBezTo>
                  <a:pt x="277" y="92"/>
                  <a:pt x="277" y="92"/>
                  <a:pt x="277" y="92"/>
                </a:cubicBezTo>
                <a:cubicBezTo>
                  <a:pt x="326" y="92"/>
                  <a:pt x="326" y="92"/>
                  <a:pt x="326" y="92"/>
                </a:cubicBezTo>
                <a:cubicBezTo>
                  <a:pt x="332" y="107"/>
                  <a:pt x="332" y="107"/>
                  <a:pt x="332" y="107"/>
                </a:cubicBezTo>
                <a:cubicBezTo>
                  <a:pt x="365" y="107"/>
                  <a:pt x="365" y="107"/>
                  <a:pt x="365" y="107"/>
                </a:cubicBezTo>
                <a:cubicBezTo>
                  <a:pt x="373" y="107"/>
                  <a:pt x="373" y="107"/>
                  <a:pt x="373" y="107"/>
                </a:cubicBezTo>
                <a:cubicBezTo>
                  <a:pt x="404" y="107"/>
                  <a:pt x="404" y="107"/>
                  <a:pt x="404" y="107"/>
                </a:cubicBezTo>
                <a:cubicBezTo>
                  <a:pt x="404" y="48"/>
                  <a:pt x="404" y="48"/>
                  <a:pt x="404" y="48"/>
                </a:cubicBezTo>
                <a:lnTo>
                  <a:pt x="448" y="107"/>
                </a:lnTo>
                <a:close/>
                <a:moveTo>
                  <a:pt x="619" y="65"/>
                </a:moveTo>
                <a:cubicBezTo>
                  <a:pt x="591" y="65"/>
                  <a:pt x="591" y="65"/>
                  <a:pt x="591" y="65"/>
                </a:cubicBezTo>
                <a:cubicBezTo>
                  <a:pt x="605" y="28"/>
                  <a:pt x="605" y="28"/>
                  <a:pt x="605" y="28"/>
                </a:cubicBezTo>
                <a:lnTo>
                  <a:pt x="619" y="65"/>
                </a:lnTo>
                <a:close/>
                <a:moveTo>
                  <a:pt x="676" y="107"/>
                </a:moveTo>
                <a:cubicBezTo>
                  <a:pt x="637" y="4"/>
                  <a:pt x="637" y="4"/>
                  <a:pt x="637" y="4"/>
                </a:cubicBezTo>
                <a:cubicBezTo>
                  <a:pt x="574" y="4"/>
                  <a:pt x="574" y="4"/>
                  <a:pt x="574" y="4"/>
                </a:cubicBezTo>
                <a:cubicBezTo>
                  <a:pt x="542" y="88"/>
                  <a:pt x="542" y="88"/>
                  <a:pt x="542" y="88"/>
                </a:cubicBezTo>
                <a:cubicBezTo>
                  <a:pt x="542" y="4"/>
                  <a:pt x="542" y="4"/>
                  <a:pt x="542" y="4"/>
                </a:cubicBezTo>
                <a:cubicBezTo>
                  <a:pt x="503" y="4"/>
                  <a:pt x="503" y="4"/>
                  <a:pt x="503" y="4"/>
                </a:cubicBezTo>
                <a:cubicBezTo>
                  <a:pt x="503" y="107"/>
                  <a:pt x="503" y="107"/>
                  <a:pt x="503" y="107"/>
                </a:cubicBezTo>
                <a:cubicBezTo>
                  <a:pt x="535" y="107"/>
                  <a:pt x="535" y="107"/>
                  <a:pt x="535" y="107"/>
                </a:cubicBezTo>
                <a:cubicBezTo>
                  <a:pt x="542" y="107"/>
                  <a:pt x="542" y="107"/>
                  <a:pt x="542" y="107"/>
                </a:cubicBezTo>
                <a:cubicBezTo>
                  <a:pt x="575" y="107"/>
                  <a:pt x="575" y="107"/>
                  <a:pt x="575" y="107"/>
                </a:cubicBezTo>
                <a:cubicBezTo>
                  <a:pt x="580" y="92"/>
                  <a:pt x="580" y="92"/>
                  <a:pt x="580" y="92"/>
                </a:cubicBezTo>
                <a:cubicBezTo>
                  <a:pt x="630" y="92"/>
                  <a:pt x="630" y="92"/>
                  <a:pt x="630" y="92"/>
                </a:cubicBezTo>
                <a:cubicBezTo>
                  <a:pt x="635" y="107"/>
                  <a:pt x="635" y="107"/>
                  <a:pt x="635" y="107"/>
                </a:cubicBezTo>
                <a:lnTo>
                  <a:pt x="676" y="107"/>
                </a:lnTo>
                <a:close/>
              </a:path>
            </a:pathLst>
          </a:custGeom>
          <a:solidFill>
            <a:srgbClr val="FAFAF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 name="Title 1"/>
          <p:cNvSpPr>
            <a:spLocks noGrp="1"/>
          </p:cNvSpPr>
          <p:nvPr>
            <p:ph type="ctrTitle" hasCustomPrompt="1"/>
          </p:nvPr>
        </p:nvSpPr>
        <p:spPr>
          <a:xfrm>
            <a:off x="515938" y="2646947"/>
            <a:ext cx="10152062" cy="2310064"/>
          </a:xfrm>
        </p:spPr>
        <p:txBody>
          <a:bodyPr anchor="t"/>
          <a:lstStyle>
            <a:lvl1pPr algn="l">
              <a:lnSpc>
                <a:spcPct val="80000"/>
              </a:lnSpc>
              <a:defRPr sz="6000">
                <a:solidFill>
                  <a:schemeClr val="bg1"/>
                </a:solidFill>
                <a:latin typeface="+mj-lt"/>
              </a:defRPr>
            </a:lvl1pPr>
          </a:lstStyle>
          <a:p>
            <a:r>
              <a:rPr lang="en-US" dirty="0"/>
              <a:t>Click to add title</a:t>
            </a:r>
          </a:p>
        </p:txBody>
      </p:sp>
      <p:sp>
        <p:nvSpPr>
          <p:cNvPr id="3" name="Subtitle 2"/>
          <p:cNvSpPr>
            <a:spLocks noGrp="1"/>
          </p:cNvSpPr>
          <p:nvPr>
            <p:ph type="subTitle" idx="1" hasCustomPrompt="1"/>
          </p:nvPr>
        </p:nvSpPr>
        <p:spPr>
          <a:xfrm>
            <a:off x="515939" y="1412875"/>
            <a:ext cx="10152062" cy="1075642"/>
          </a:xfrm>
        </p:spPr>
        <p:txBody>
          <a:bodyPr anchor="b">
            <a:noAutofit/>
          </a:bodyPr>
          <a:lstStyle>
            <a:lvl1pPr marL="0" indent="0" algn="l">
              <a:buNone/>
              <a:defRPr sz="1500">
                <a:solidFill>
                  <a:schemeClr val="bg1"/>
                </a:solidFill>
                <a:latin typeface="Scania Office Headline" panose="00000505000000000000" pitchFamily="2"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Your name</a:t>
            </a:r>
          </a:p>
        </p:txBody>
      </p:sp>
      <p:sp>
        <p:nvSpPr>
          <p:cNvPr id="6" name="TextBox 5"/>
          <p:cNvSpPr txBox="1"/>
          <p:nvPr/>
        </p:nvSpPr>
        <p:spPr>
          <a:xfrm>
            <a:off x="0" y="-135898"/>
            <a:ext cx="504946" cy="123111"/>
          </a:xfrm>
          <a:prstGeom prst="rect">
            <a:avLst/>
          </a:prstGeom>
          <a:noFill/>
        </p:spPr>
        <p:txBody>
          <a:bodyPr wrap="none" lIns="0" tIns="0" rIns="0" bIns="0" rtlCol="0">
            <a:spAutoFit/>
          </a:bodyPr>
          <a:lstStyle/>
          <a:p>
            <a:r>
              <a:rPr lang="en-US" sz="800" b="1" dirty="0">
                <a:solidFill>
                  <a:schemeClr val="accent1"/>
                </a:solidFill>
              </a:rPr>
              <a:t>Title Slide</a:t>
            </a:r>
          </a:p>
        </p:txBody>
      </p:sp>
      <p:pic>
        <p:nvPicPr>
          <p:cNvPr id="7" name="ScaniaSymbol"/>
          <p:cNvPicPr>
            <a:picLocks noChangeAspect="1"/>
          </p:cNvPicPr>
          <p:nvPr/>
        </p:nvPicPr>
        <p:blipFill rotWithShape="1">
          <a:blip r:embed="rId2">
            <a:extLst>
              <a:ext uri="{28A0092B-C50C-407E-A947-70E740481C1C}">
                <a14:useLocalDpi xmlns:a14="http://schemas.microsoft.com/office/drawing/2010/main" val="0"/>
              </a:ext>
            </a:extLst>
          </a:blip>
          <a:srcRect l="20689" t="22977" r="20094" b="23512"/>
          <a:stretch/>
        </p:blipFill>
        <p:spPr>
          <a:xfrm>
            <a:off x="11391926" y="261969"/>
            <a:ext cx="595533" cy="538132"/>
          </a:xfrm>
          <a:prstGeom prst="rect">
            <a:avLst/>
          </a:prstGeom>
        </p:spPr>
      </p:pic>
      <p:sp>
        <p:nvSpPr>
          <p:cNvPr id="16" name="Date Placeholder 3"/>
          <p:cNvSpPr>
            <a:spLocks noGrp="1"/>
          </p:cNvSpPr>
          <p:nvPr>
            <p:ph type="dt" sz="half" idx="10"/>
          </p:nvPr>
        </p:nvSpPr>
        <p:spPr>
          <a:xfrm>
            <a:off x="515936" y="6393416"/>
            <a:ext cx="3492502" cy="213783"/>
          </a:xfrm>
        </p:spPr>
        <p:txBody>
          <a:bodyPr/>
          <a:lstStyle>
            <a:lvl1pPr>
              <a:defRPr>
                <a:solidFill>
                  <a:schemeClr val="bg1"/>
                </a:solidFill>
              </a:defRPr>
            </a:lvl1pPr>
          </a:lstStyle>
          <a:p>
            <a:r>
              <a:rPr lang="sv-SE"/>
              <a:t>30 January 2023</a:t>
            </a:r>
            <a:endParaRPr lang="en-US" dirty="0"/>
          </a:p>
        </p:txBody>
      </p:sp>
      <p:sp>
        <p:nvSpPr>
          <p:cNvPr id="10" name="Text Placeholder 9"/>
          <p:cNvSpPr>
            <a:spLocks noGrp="1"/>
          </p:cNvSpPr>
          <p:nvPr>
            <p:ph type="body" sz="quarter" idx="11" hasCustomPrompt="1"/>
          </p:nvPr>
        </p:nvSpPr>
        <p:spPr>
          <a:xfrm>
            <a:off x="515936" y="6156136"/>
            <a:ext cx="3492502" cy="212725"/>
          </a:xfrm>
        </p:spPr>
        <p:txBody>
          <a:bodyPr anchor="ctr"/>
          <a:lstStyle>
            <a:lvl1pPr marL="0" indent="0">
              <a:lnSpc>
                <a:spcPct val="100000"/>
              </a:lnSpc>
              <a:spcBef>
                <a:spcPts val="0"/>
              </a:spcBef>
              <a:buNone/>
              <a:defRPr sz="800">
                <a:solidFill>
                  <a:schemeClr val="bg1"/>
                </a:solidFill>
              </a:defRPr>
            </a:lvl1pPr>
          </a:lstStyle>
          <a:p>
            <a:pPr lvl="0"/>
            <a:r>
              <a:rPr lang="en-US" dirty="0"/>
              <a:t>Edition</a:t>
            </a:r>
          </a:p>
        </p:txBody>
      </p:sp>
    </p:spTree>
    <p:extLst>
      <p:ext uri="{BB962C8B-B14F-4D97-AF65-F5344CB8AC3E}">
        <p14:creationId xmlns:p14="http://schemas.microsoft.com/office/powerpoint/2010/main" val="4051260276"/>
      </p:ext>
    </p:extLst>
  </p:cSld>
  <p:clrMapOvr>
    <a:masterClrMapping/>
  </p:clrMapOvr>
  <p:hf hdr="0"/>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Slide - Grey">
    <p:bg>
      <p:bgPr>
        <a:solidFill>
          <a:srgbClr val="53565A"/>
        </a:soli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515938" y="2646947"/>
            <a:ext cx="10152062" cy="2310064"/>
          </a:xfrm>
        </p:spPr>
        <p:txBody>
          <a:bodyPr anchor="t"/>
          <a:lstStyle>
            <a:lvl1pPr algn="l">
              <a:lnSpc>
                <a:spcPct val="80000"/>
              </a:lnSpc>
              <a:defRPr sz="6000">
                <a:solidFill>
                  <a:schemeClr val="bg1"/>
                </a:solidFill>
                <a:latin typeface="+mj-lt"/>
              </a:defRPr>
            </a:lvl1pPr>
          </a:lstStyle>
          <a:p>
            <a:r>
              <a:rPr lang="en-US" dirty="0"/>
              <a:t>Click to add title</a:t>
            </a:r>
          </a:p>
        </p:txBody>
      </p:sp>
      <p:sp>
        <p:nvSpPr>
          <p:cNvPr id="3" name="Subtitle 2"/>
          <p:cNvSpPr>
            <a:spLocks noGrp="1"/>
          </p:cNvSpPr>
          <p:nvPr>
            <p:ph type="subTitle" idx="1" hasCustomPrompt="1"/>
          </p:nvPr>
        </p:nvSpPr>
        <p:spPr>
          <a:xfrm>
            <a:off x="515939" y="1412875"/>
            <a:ext cx="10152062" cy="1075642"/>
          </a:xfrm>
        </p:spPr>
        <p:txBody>
          <a:bodyPr anchor="b">
            <a:noAutofit/>
          </a:bodyPr>
          <a:lstStyle>
            <a:lvl1pPr marL="0" indent="0" algn="l">
              <a:buNone/>
              <a:defRPr sz="1500">
                <a:solidFill>
                  <a:schemeClr val="bg1"/>
                </a:solidFill>
                <a:latin typeface="Scania Office Headline" panose="00000505000000000000" pitchFamily="2"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Your name</a:t>
            </a:r>
          </a:p>
        </p:txBody>
      </p:sp>
      <p:sp>
        <p:nvSpPr>
          <p:cNvPr id="7" name="ScaniaWordmark"/>
          <p:cNvSpPr>
            <a:spLocks noEditPoints="1"/>
          </p:cNvSpPr>
          <p:nvPr/>
        </p:nvSpPr>
        <p:spPr bwMode="auto">
          <a:xfrm>
            <a:off x="9852144" y="6215608"/>
            <a:ext cx="2026167" cy="343475"/>
          </a:xfrm>
          <a:custGeom>
            <a:avLst/>
            <a:gdLst>
              <a:gd name="T0" fmla="*/ 287 w 676"/>
              <a:gd name="T1" fmla="*/ 65 h 112"/>
              <a:gd name="T2" fmla="*/ 316 w 676"/>
              <a:gd name="T3" fmla="*/ 65 h 112"/>
              <a:gd name="T4" fmla="*/ 493 w 676"/>
              <a:gd name="T5" fmla="*/ 107 h 112"/>
              <a:gd name="T6" fmla="*/ 455 w 676"/>
              <a:gd name="T7" fmla="*/ 4 h 112"/>
              <a:gd name="T8" fmla="*/ 414 w 676"/>
              <a:gd name="T9" fmla="*/ 4 h 112"/>
              <a:gd name="T10" fmla="*/ 365 w 676"/>
              <a:gd name="T11" fmla="*/ 88 h 112"/>
              <a:gd name="T12" fmla="*/ 271 w 676"/>
              <a:gd name="T13" fmla="*/ 4 h 112"/>
              <a:gd name="T14" fmla="*/ 209 w 676"/>
              <a:gd name="T15" fmla="*/ 65 h 112"/>
              <a:gd name="T16" fmla="*/ 166 w 676"/>
              <a:gd name="T17" fmla="*/ 56 h 112"/>
              <a:gd name="T18" fmla="*/ 209 w 676"/>
              <a:gd name="T19" fmla="*/ 44 h 112"/>
              <a:gd name="T20" fmla="*/ 251 w 676"/>
              <a:gd name="T21" fmla="*/ 41 h 112"/>
              <a:gd name="T22" fmla="*/ 125 w 676"/>
              <a:gd name="T23" fmla="*/ 56 h 112"/>
              <a:gd name="T24" fmla="*/ 90 w 676"/>
              <a:gd name="T25" fmla="*/ 44 h 112"/>
              <a:gd name="T26" fmla="*/ 46 w 676"/>
              <a:gd name="T27" fmla="*/ 33 h 112"/>
              <a:gd name="T28" fmla="*/ 80 w 676"/>
              <a:gd name="T29" fmla="*/ 36 h 112"/>
              <a:gd name="T30" fmla="*/ 123 w 676"/>
              <a:gd name="T31" fmla="*/ 34 h 112"/>
              <a:gd name="T32" fmla="*/ 3 w 676"/>
              <a:gd name="T33" fmla="*/ 36 h 112"/>
              <a:gd name="T34" fmla="*/ 70 w 676"/>
              <a:gd name="T35" fmla="*/ 70 h 112"/>
              <a:gd name="T36" fmla="*/ 66 w 676"/>
              <a:gd name="T37" fmla="*/ 87 h 112"/>
              <a:gd name="T38" fmla="*/ 0 w 676"/>
              <a:gd name="T39" fmla="*/ 73 h 112"/>
              <a:gd name="T40" fmla="*/ 64 w 676"/>
              <a:gd name="T41" fmla="*/ 111 h 112"/>
              <a:gd name="T42" fmla="*/ 188 w 676"/>
              <a:gd name="T43" fmla="*/ 112 h 112"/>
              <a:gd name="T44" fmla="*/ 231 w 676"/>
              <a:gd name="T45" fmla="*/ 107 h 112"/>
              <a:gd name="T46" fmla="*/ 277 w 676"/>
              <a:gd name="T47" fmla="*/ 92 h 112"/>
              <a:gd name="T48" fmla="*/ 332 w 676"/>
              <a:gd name="T49" fmla="*/ 107 h 112"/>
              <a:gd name="T50" fmla="*/ 373 w 676"/>
              <a:gd name="T51" fmla="*/ 107 h 112"/>
              <a:gd name="T52" fmla="*/ 404 w 676"/>
              <a:gd name="T53" fmla="*/ 48 h 112"/>
              <a:gd name="T54" fmla="*/ 619 w 676"/>
              <a:gd name="T55" fmla="*/ 65 h 112"/>
              <a:gd name="T56" fmla="*/ 605 w 676"/>
              <a:gd name="T57" fmla="*/ 28 h 112"/>
              <a:gd name="T58" fmla="*/ 676 w 676"/>
              <a:gd name="T59" fmla="*/ 107 h 112"/>
              <a:gd name="T60" fmla="*/ 574 w 676"/>
              <a:gd name="T61" fmla="*/ 4 h 112"/>
              <a:gd name="T62" fmla="*/ 542 w 676"/>
              <a:gd name="T63" fmla="*/ 4 h 112"/>
              <a:gd name="T64" fmla="*/ 503 w 676"/>
              <a:gd name="T65" fmla="*/ 107 h 112"/>
              <a:gd name="T66" fmla="*/ 542 w 676"/>
              <a:gd name="T67" fmla="*/ 107 h 112"/>
              <a:gd name="T68" fmla="*/ 580 w 676"/>
              <a:gd name="T69" fmla="*/ 92 h 112"/>
              <a:gd name="T70" fmla="*/ 635 w 676"/>
              <a:gd name="T71" fmla="*/ 107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676" h="112">
                <a:moveTo>
                  <a:pt x="316" y="65"/>
                </a:moveTo>
                <a:cubicBezTo>
                  <a:pt x="287" y="65"/>
                  <a:pt x="287" y="65"/>
                  <a:pt x="287" y="65"/>
                </a:cubicBezTo>
                <a:cubicBezTo>
                  <a:pt x="302" y="28"/>
                  <a:pt x="302" y="28"/>
                  <a:pt x="302" y="28"/>
                </a:cubicBezTo>
                <a:lnTo>
                  <a:pt x="316" y="65"/>
                </a:lnTo>
                <a:close/>
                <a:moveTo>
                  <a:pt x="448" y="107"/>
                </a:moveTo>
                <a:cubicBezTo>
                  <a:pt x="493" y="107"/>
                  <a:pt x="493" y="107"/>
                  <a:pt x="493" y="107"/>
                </a:cubicBezTo>
                <a:cubicBezTo>
                  <a:pt x="493" y="4"/>
                  <a:pt x="493" y="4"/>
                  <a:pt x="493" y="4"/>
                </a:cubicBezTo>
                <a:cubicBezTo>
                  <a:pt x="455" y="4"/>
                  <a:pt x="455" y="4"/>
                  <a:pt x="455" y="4"/>
                </a:cubicBezTo>
                <a:cubicBezTo>
                  <a:pt x="455" y="58"/>
                  <a:pt x="455" y="58"/>
                  <a:pt x="455" y="58"/>
                </a:cubicBezTo>
                <a:cubicBezTo>
                  <a:pt x="414" y="4"/>
                  <a:pt x="414" y="4"/>
                  <a:pt x="414" y="4"/>
                </a:cubicBezTo>
                <a:cubicBezTo>
                  <a:pt x="365" y="4"/>
                  <a:pt x="365" y="4"/>
                  <a:pt x="365" y="4"/>
                </a:cubicBezTo>
                <a:cubicBezTo>
                  <a:pt x="365" y="88"/>
                  <a:pt x="365" y="88"/>
                  <a:pt x="365" y="88"/>
                </a:cubicBezTo>
                <a:cubicBezTo>
                  <a:pt x="333" y="4"/>
                  <a:pt x="333" y="4"/>
                  <a:pt x="333" y="4"/>
                </a:cubicBezTo>
                <a:cubicBezTo>
                  <a:pt x="271" y="4"/>
                  <a:pt x="271" y="4"/>
                  <a:pt x="271" y="4"/>
                </a:cubicBezTo>
                <a:cubicBezTo>
                  <a:pt x="247" y="65"/>
                  <a:pt x="247" y="65"/>
                  <a:pt x="247" y="65"/>
                </a:cubicBezTo>
                <a:cubicBezTo>
                  <a:pt x="209" y="65"/>
                  <a:pt x="209" y="65"/>
                  <a:pt x="209" y="65"/>
                </a:cubicBezTo>
                <a:cubicBezTo>
                  <a:pt x="207" y="77"/>
                  <a:pt x="200" y="83"/>
                  <a:pt x="188" y="83"/>
                </a:cubicBezTo>
                <a:cubicBezTo>
                  <a:pt x="174" y="83"/>
                  <a:pt x="166" y="73"/>
                  <a:pt x="166" y="56"/>
                </a:cubicBezTo>
                <a:cubicBezTo>
                  <a:pt x="166" y="39"/>
                  <a:pt x="174" y="28"/>
                  <a:pt x="188" y="28"/>
                </a:cubicBezTo>
                <a:cubicBezTo>
                  <a:pt x="200" y="28"/>
                  <a:pt x="207" y="34"/>
                  <a:pt x="209" y="44"/>
                </a:cubicBezTo>
                <a:cubicBezTo>
                  <a:pt x="251" y="44"/>
                  <a:pt x="251" y="44"/>
                  <a:pt x="251" y="44"/>
                </a:cubicBezTo>
                <a:cubicBezTo>
                  <a:pt x="251" y="41"/>
                  <a:pt x="251" y="41"/>
                  <a:pt x="251" y="41"/>
                </a:cubicBezTo>
                <a:cubicBezTo>
                  <a:pt x="251" y="18"/>
                  <a:pt x="231" y="0"/>
                  <a:pt x="188" y="0"/>
                </a:cubicBezTo>
                <a:cubicBezTo>
                  <a:pt x="142" y="0"/>
                  <a:pt x="125" y="23"/>
                  <a:pt x="125" y="56"/>
                </a:cubicBezTo>
                <a:cubicBezTo>
                  <a:pt x="125" y="56"/>
                  <a:pt x="125" y="57"/>
                  <a:pt x="125" y="58"/>
                </a:cubicBezTo>
                <a:cubicBezTo>
                  <a:pt x="119" y="51"/>
                  <a:pt x="108" y="47"/>
                  <a:pt x="90" y="44"/>
                </a:cubicBezTo>
                <a:cubicBezTo>
                  <a:pt x="63" y="40"/>
                  <a:pt x="63" y="40"/>
                  <a:pt x="63" y="40"/>
                </a:cubicBezTo>
                <a:cubicBezTo>
                  <a:pt x="53" y="39"/>
                  <a:pt x="46" y="38"/>
                  <a:pt x="46" y="33"/>
                </a:cubicBezTo>
                <a:cubicBezTo>
                  <a:pt x="46" y="28"/>
                  <a:pt x="50" y="24"/>
                  <a:pt x="61" y="24"/>
                </a:cubicBezTo>
                <a:cubicBezTo>
                  <a:pt x="73" y="24"/>
                  <a:pt x="80" y="29"/>
                  <a:pt x="80" y="36"/>
                </a:cubicBezTo>
                <a:cubicBezTo>
                  <a:pt x="123" y="36"/>
                  <a:pt x="123" y="36"/>
                  <a:pt x="123" y="36"/>
                </a:cubicBezTo>
                <a:cubicBezTo>
                  <a:pt x="123" y="34"/>
                  <a:pt x="123" y="34"/>
                  <a:pt x="123" y="34"/>
                </a:cubicBezTo>
                <a:cubicBezTo>
                  <a:pt x="123" y="13"/>
                  <a:pt x="103" y="0"/>
                  <a:pt x="63" y="0"/>
                </a:cubicBezTo>
                <a:cubicBezTo>
                  <a:pt x="21" y="0"/>
                  <a:pt x="3" y="15"/>
                  <a:pt x="3" y="36"/>
                </a:cubicBezTo>
                <a:cubicBezTo>
                  <a:pt x="3" y="53"/>
                  <a:pt x="14" y="62"/>
                  <a:pt x="39" y="66"/>
                </a:cubicBezTo>
                <a:cubicBezTo>
                  <a:pt x="70" y="70"/>
                  <a:pt x="70" y="70"/>
                  <a:pt x="70" y="70"/>
                </a:cubicBezTo>
                <a:cubicBezTo>
                  <a:pt x="80" y="72"/>
                  <a:pt x="84" y="74"/>
                  <a:pt x="84" y="78"/>
                </a:cubicBezTo>
                <a:cubicBezTo>
                  <a:pt x="84" y="84"/>
                  <a:pt x="78" y="87"/>
                  <a:pt x="66" y="87"/>
                </a:cubicBezTo>
                <a:cubicBezTo>
                  <a:pt x="52" y="87"/>
                  <a:pt x="45" y="81"/>
                  <a:pt x="45" y="73"/>
                </a:cubicBezTo>
                <a:cubicBezTo>
                  <a:pt x="0" y="73"/>
                  <a:pt x="0" y="73"/>
                  <a:pt x="0" y="73"/>
                </a:cubicBezTo>
                <a:cubicBezTo>
                  <a:pt x="0" y="75"/>
                  <a:pt x="0" y="75"/>
                  <a:pt x="0" y="75"/>
                </a:cubicBezTo>
                <a:cubicBezTo>
                  <a:pt x="0" y="98"/>
                  <a:pt x="22" y="111"/>
                  <a:pt x="64" y="111"/>
                </a:cubicBezTo>
                <a:cubicBezTo>
                  <a:pt x="103" y="111"/>
                  <a:pt x="126" y="103"/>
                  <a:pt x="129" y="81"/>
                </a:cubicBezTo>
                <a:cubicBezTo>
                  <a:pt x="137" y="100"/>
                  <a:pt x="156" y="112"/>
                  <a:pt x="188" y="112"/>
                </a:cubicBezTo>
                <a:cubicBezTo>
                  <a:pt x="213" y="112"/>
                  <a:pt x="228" y="105"/>
                  <a:pt x="236" y="94"/>
                </a:cubicBezTo>
                <a:cubicBezTo>
                  <a:pt x="231" y="107"/>
                  <a:pt x="231" y="107"/>
                  <a:pt x="231" y="107"/>
                </a:cubicBezTo>
                <a:cubicBezTo>
                  <a:pt x="271" y="107"/>
                  <a:pt x="271" y="107"/>
                  <a:pt x="271" y="107"/>
                </a:cubicBezTo>
                <a:cubicBezTo>
                  <a:pt x="277" y="92"/>
                  <a:pt x="277" y="92"/>
                  <a:pt x="277" y="92"/>
                </a:cubicBezTo>
                <a:cubicBezTo>
                  <a:pt x="326" y="92"/>
                  <a:pt x="326" y="92"/>
                  <a:pt x="326" y="92"/>
                </a:cubicBezTo>
                <a:cubicBezTo>
                  <a:pt x="332" y="107"/>
                  <a:pt x="332" y="107"/>
                  <a:pt x="332" y="107"/>
                </a:cubicBezTo>
                <a:cubicBezTo>
                  <a:pt x="365" y="107"/>
                  <a:pt x="365" y="107"/>
                  <a:pt x="365" y="107"/>
                </a:cubicBezTo>
                <a:cubicBezTo>
                  <a:pt x="373" y="107"/>
                  <a:pt x="373" y="107"/>
                  <a:pt x="373" y="107"/>
                </a:cubicBezTo>
                <a:cubicBezTo>
                  <a:pt x="404" y="107"/>
                  <a:pt x="404" y="107"/>
                  <a:pt x="404" y="107"/>
                </a:cubicBezTo>
                <a:cubicBezTo>
                  <a:pt x="404" y="48"/>
                  <a:pt x="404" y="48"/>
                  <a:pt x="404" y="48"/>
                </a:cubicBezTo>
                <a:lnTo>
                  <a:pt x="448" y="107"/>
                </a:lnTo>
                <a:close/>
                <a:moveTo>
                  <a:pt x="619" y="65"/>
                </a:moveTo>
                <a:cubicBezTo>
                  <a:pt x="591" y="65"/>
                  <a:pt x="591" y="65"/>
                  <a:pt x="591" y="65"/>
                </a:cubicBezTo>
                <a:cubicBezTo>
                  <a:pt x="605" y="28"/>
                  <a:pt x="605" y="28"/>
                  <a:pt x="605" y="28"/>
                </a:cubicBezTo>
                <a:lnTo>
                  <a:pt x="619" y="65"/>
                </a:lnTo>
                <a:close/>
                <a:moveTo>
                  <a:pt x="676" y="107"/>
                </a:moveTo>
                <a:cubicBezTo>
                  <a:pt x="637" y="4"/>
                  <a:pt x="637" y="4"/>
                  <a:pt x="637" y="4"/>
                </a:cubicBezTo>
                <a:cubicBezTo>
                  <a:pt x="574" y="4"/>
                  <a:pt x="574" y="4"/>
                  <a:pt x="574" y="4"/>
                </a:cubicBezTo>
                <a:cubicBezTo>
                  <a:pt x="542" y="88"/>
                  <a:pt x="542" y="88"/>
                  <a:pt x="542" y="88"/>
                </a:cubicBezTo>
                <a:cubicBezTo>
                  <a:pt x="542" y="4"/>
                  <a:pt x="542" y="4"/>
                  <a:pt x="542" y="4"/>
                </a:cubicBezTo>
                <a:cubicBezTo>
                  <a:pt x="503" y="4"/>
                  <a:pt x="503" y="4"/>
                  <a:pt x="503" y="4"/>
                </a:cubicBezTo>
                <a:cubicBezTo>
                  <a:pt x="503" y="107"/>
                  <a:pt x="503" y="107"/>
                  <a:pt x="503" y="107"/>
                </a:cubicBezTo>
                <a:cubicBezTo>
                  <a:pt x="535" y="107"/>
                  <a:pt x="535" y="107"/>
                  <a:pt x="535" y="107"/>
                </a:cubicBezTo>
                <a:cubicBezTo>
                  <a:pt x="542" y="107"/>
                  <a:pt x="542" y="107"/>
                  <a:pt x="542" y="107"/>
                </a:cubicBezTo>
                <a:cubicBezTo>
                  <a:pt x="575" y="107"/>
                  <a:pt x="575" y="107"/>
                  <a:pt x="575" y="107"/>
                </a:cubicBezTo>
                <a:cubicBezTo>
                  <a:pt x="580" y="92"/>
                  <a:pt x="580" y="92"/>
                  <a:pt x="580" y="92"/>
                </a:cubicBezTo>
                <a:cubicBezTo>
                  <a:pt x="630" y="92"/>
                  <a:pt x="630" y="92"/>
                  <a:pt x="630" y="92"/>
                </a:cubicBezTo>
                <a:cubicBezTo>
                  <a:pt x="635" y="107"/>
                  <a:pt x="635" y="107"/>
                  <a:pt x="635" y="107"/>
                </a:cubicBezTo>
                <a:lnTo>
                  <a:pt x="676" y="107"/>
                </a:lnTo>
                <a:close/>
              </a:path>
            </a:pathLst>
          </a:custGeom>
          <a:solidFill>
            <a:srgbClr val="FAFAF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 name="TextBox 7"/>
          <p:cNvSpPr txBox="1"/>
          <p:nvPr/>
        </p:nvSpPr>
        <p:spPr>
          <a:xfrm>
            <a:off x="0" y="-135898"/>
            <a:ext cx="841577" cy="123111"/>
          </a:xfrm>
          <a:prstGeom prst="rect">
            <a:avLst/>
          </a:prstGeom>
          <a:noFill/>
        </p:spPr>
        <p:txBody>
          <a:bodyPr wrap="none" lIns="0" tIns="0" rIns="0" bIns="0" rtlCol="0">
            <a:spAutoFit/>
          </a:bodyPr>
          <a:lstStyle/>
          <a:p>
            <a:r>
              <a:rPr lang="en-US" sz="800" b="1" dirty="0">
                <a:solidFill>
                  <a:schemeClr val="accent1"/>
                </a:solidFill>
              </a:rPr>
              <a:t>Title Slide - Grey</a:t>
            </a:r>
          </a:p>
        </p:txBody>
      </p:sp>
      <p:pic>
        <p:nvPicPr>
          <p:cNvPr id="6" name="ScaniaSymbol"/>
          <p:cNvPicPr>
            <a:picLocks noChangeAspect="1"/>
          </p:cNvPicPr>
          <p:nvPr/>
        </p:nvPicPr>
        <p:blipFill rotWithShape="1">
          <a:blip r:embed="rId2">
            <a:extLst>
              <a:ext uri="{28A0092B-C50C-407E-A947-70E740481C1C}">
                <a14:useLocalDpi xmlns:a14="http://schemas.microsoft.com/office/drawing/2010/main" val="0"/>
              </a:ext>
            </a:extLst>
          </a:blip>
          <a:srcRect l="20689" t="22977" r="20094" b="23512"/>
          <a:stretch/>
        </p:blipFill>
        <p:spPr>
          <a:xfrm>
            <a:off x="11391926" y="261969"/>
            <a:ext cx="595533" cy="538132"/>
          </a:xfrm>
          <a:prstGeom prst="rect">
            <a:avLst/>
          </a:prstGeom>
        </p:spPr>
      </p:pic>
      <p:sp>
        <p:nvSpPr>
          <p:cNvPr id="9" name="Date Placeholder 3"/>
          <p:cNvSpPr>
            <a:spLocks noGrp="1"/>
          </p:cNvSpPr>
          <p:nvPr>
            <p:ph type="dt" sz="half" idx="10"/>
          </p:nvPr>
        </p:nvSpPr>
        <p:spPr>
          <a:xfrm>
            <a:off x="515936" y="6393416"/>
            <a:ext cx="3492502" cy="213783"/>
          </a:xfrm>
        </p:spPr>
        <p:txBody>
          <a:bodyPr/>
          <a:lstStyle>
            <a:lvl1pPr>
              <a:defRPr>
                <a:solidFill>
                  <a:schemeClr val="bg1"/>
                </a:solidFill>
              </a:defRPr>
            </a:lvl1pPr>
          </a:lstStyle>
          <a:p>
            <a:r>
              <a:rPr lang="sv-SE"/>
              <a:t>30 January 2023</a:t>
            </a:r>
            <a:endParaRPr lang="en-US" dirty="0"/>
          </a:p>
        </p:txBody>
      </p:sp>
      <p:sp>
        <p:nvSpPr>
          <p:cNvPr id="10" name="Text Placeholder 9"/>
          <p:cNvSpPr>
            <a:spLocks noGrp="1"/>
          </p:cNvSpPr>
          <p:nvPr>
            <p:ph type="body" sz="quarter" idx="11" hasCustomPrompt="1"/>
          </p:nvPr>
        </p:nvSpPr>
        <p:spPr>
          <a:xfrm>
            <a:off x="515936" y="6156136"/>
            <a:ext cx="3492502" cy="212725"/>
          </a:xfrm>
        </p:spPr>
        <p:txBody>
          <a:bodyPr anchor="ctr"/>
          <a:lstStyle>
            <a:lvl1pPr marL="0" indent="0">
              <a:lnSpc>
                <a:spcPct val="100000"/>
              </a:lnSpc>
              <a:spcBef>
                <a:spcPts val="0"/>
              </a:spcBef>
              <a:buNone/>
              <a:defRPr sz="800">
                <a:solidFill>
                  <a:schemeClr val="bg1"/>
                </a:solidFill>
              </a:defRPr>
            </a:lvl1pPr>
          </a:lstStyle>
          <a:p>
            <a:pPr lvl="0"/>
            <a:r>
              <a:rPr lang="en-US" dirty="0"/>
              <a:t>Edition</a:t>
            </a:r>
          </a:p>
        </p:txBody>
      </p:sp>
    </p:spTree>
    <p:extLst>
      <p:ext uri="{BB962C8B-B14F-4D97-AF65-F5344CB8AC3E}">
        <p14:creationId xmlns:p14="http://schemas.microsoft.com/office/powerpoint/2010/main" val="4140162268"/>
      </p:ext>
    </p:extLst>
  </p:cSld>
  <p:clrMapOvr>
    <a:masterClrMapping/>
  </p:clrMapOvr>
  <p:hf hdr="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Title Slide -  Image">
    <p:bg>
      <p:bgPr>
        <a:solidFill>
          <a:srgbClr val="C8C9C7"/>
        </a:solidFill>
        <a:effectLst/>
      </p:bgPr>
    </p:bg>
    <p:spTree>
      <p:nvGrpSpPr>
        <p:cNvPr id="1" name=""/>
        <p:cNvGrpSpPr/>
        <p:nvPr/>
      </p:nvGrpSpPr>
      <p:grpSpPr>
        <a:xfrm>
          <a:off x="0" y="0"/>
          <a:ext cx="0" cy="0"/>
          <a:chOff x="0" y="0"/>
          <a:chExt cx="0" cy="0"/>
        </a:xfrm>
      </p:grpSpPr>
      <p:sp>
        <p:nvSpPr>
          <p:cNvPr id="5" name="Picture Placeholder 4"/>
          <p:cNvSpPr>
            <a:spLocks noGrp="1"/>
          </p:cNvSpPr>
          <p:nvPr>
            <p:ph type="pic" sz="quarter" idx="10" hasCustomPrompt="1"/>
          </p:nvPr>
        </p:nvSpPr>
        <p:spPr>
          <a:xfrm>
            <a:off x="0" y="0"/>
            <a:ext cx="12192000" cy="6858000"/>
          </a:xfrm>
          <a:noFill/>
        </p:spPr>
        <p:txBody>
          <a:bodyPr tIns="180000">
            <a:normAutofit/>
          </a:bodyPr>
          <a:lstStyle>
            <a:lvl1pPr marL="0" indent="0" algn="ctr">
              <a:buNone/>
              <a:defRPr sz="1000" baseline="0"/>
            </a:lvl1pPr>
          </a:lstStyle>
          <a:p>
            <a:r>
              <a:rPr lang="en-US" dirty="0"/>
              <a:t>Select the image Placeholder and use an image from Scania Image Bank</a:t>
            </a:r>
          </a:p>
        </p:txBody>
      </p:sp>
      <p:sp>
        <p:nvSpPr>
          <p:cNvPr id="2" name="Title 1"/>
          <p:cNvSpPr>
            <a:spLocks noGrp="1"/>
          </p:cNvSpPr>
          <p:nvPr>
            <p:ph type="ctrTitle" hasCustomPrompt="1"/>
          </p:nvPr>
        </p:nvSpPr>
        <p:spPr>
          <a:xfrm>
            <a:off x="515938" y="2646947"/>
            <a:ext cx="10152062" cy="2310064"/>
          </a:xfrm>
        </p:spPr>
        <p:txBody>
          <a:bodyPr anchor="t"/>
          <a:lstStyle>
            <a:lvl1pPr algn="l">
              <a:lnSpc>
                <a:spcPct val="80000"/>
              </a:lnSpc>
              <a:defRPr sz="6000">
                <a:solidFill>
                  <a:schemeClr val="bg1"/>
                </a:solidFill>
                <a:latin typeface="+mj-lt"/>
              </a:defRPr>
            </a:lvl1pPr>
          </a:lstStyle>
          <a:p>
            <a:r>
              <a:rPr lang="en-US" dirty="0"/>
              <a:t>Click to add title</a:t>
            </a:r>
          </a:p>
        </p:txBody>
      </p:sp>
      <p:sp>
        <p:nvSpPr>
          <p:cNvPr id="3" name="Subtitle 2"/>
          <p:cNvSpPr>
            <a:spLocks noGrp="1"/>
          </p:cNvSpPr>
          <p:nvPr>
            <p:ph type="subTitle" idx="1" hasCustomPrompt="1"/>
          </p:nvPr>
        </p:nvSpPr>
        <p:spPr>
          <a:xfrm>
            <a:off x="515939" y="1412875"/>
            <a:ext cx="10152062" cy="1075642"/>
          </a:xfrm>
        </p:spPr>
        <p:txBody>
          <a:bodyPr anchor="b">
            <a:noAutofit/>
          </a:bodyPr>
          <a:lstStyle>
            <a:lvl1pPr marL="0" indent="0" algn="l">
              <a:buNone/>
              <a:defRPr sz="1500">
                <a:solidFill>
                  <a:schemeClr val="bg1"/>
                </a:solidFill>
                <a:latin typeface="Scania Office Headline" panose="00000505000000000000" pitchFamily="2"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Your name</a:t>
            </a:r>
          </a:p>
        </p:txBody>
      </p:sp>
      <p:sp>
        <p:nvSpPr>
          <p:cNvPr id="9" name="ScaniaWordmark"/>
          <p:cNvSpPr>
            <a:spLocks noEditPoints="1"/>
          </p:cNvSpPr>
          <p:nvPr/>
        </p:nvSpPr>
        <p:spPr bwMode="auto">
          <a:xfrm>
            <a:off x="9852144" y="6215608"/>
            <a:ext cx="2026167" cy="343475"/>
          </a:xfrm>
          <a:custGeom>
            <a:avLst/>
            <a:gdLst>
              <a:gd name="T0" fmla="*/ 287 w 676"/>
              <a:gd name="T1" fmla="*/ 65 h 112"/>
              <a:gd name="T2" fmla="*/ 316 w 676"/>
              <a:gd name="T3" fmla="*/ 65 h 112"/>
              <a:gd name="T4" fmla="*/ 493 w 676"/>
              <a:gd name="T5" fmla="*/ 107 h 112"/>
              <a:gd name="T6" fmla="*/ 455 w 676"/>
              <a:gd name="T7" fmla="*/ 4 h 112"/>
              <a:gd name="T8" fmla="*/ 414 w 676"/>
              <a:gd name="T9" fmla="*/ 4 h 112"/>
              <a:gd name="T10" fmla="*/ 365 w 676"/>
              <a:gd name="T11" fmla="*/ 88 h 112"/>
              <a:gd name="T12" fmla="*/ 271 w 676"/>
              <a:gd name="T13" fmla="*/ 4 h 112"/>
              <a:gd name="T14" fmla="*/ 209 w 676"/>
              <a:gd name="T15" fmla="*/ 65 h 112"/>
              <a:gd name="T16" fmla="*/ 166 w 676"/>
              <a:gd name="T17" fmla="*/ 56 h 112"/>
              <a:gd name="T18" fmla="*/ 209 w 676"/>
              <a:gd name="T19" fmla="*/ 44 h 112"/>
              <a:gd name="T20" fmla="*/ 251 w 676"/>
              <a:gd name="T21" fmla="*/ 41 h 112"/>
              <a:gd name="T22" fmla="*/ 125 w 676"/>
              <a:gd name="T23" fmla="*/ 56 h 112"/>
              <a:gd name="T24" fmla="*/ 90 w 676"/>
              <a:gd name="T25" fmla="*/ 44 h 112"/>
              <a:gd name="T26" fmla="*/ 46 w 676"/>
              <a:gd name="T27" fmla="*/ 33 h 112"/>
              <a:gd name="T28" fmla="*/ 80 w 676"/>
              <a:gd name="T29" fmla="*/ 36 h 112"/>
              <a:gd name="T30" fmla="*/ 123 w 676"/>
              <a:gd name="T31" fmla="*/ 34 h 112"/>
              <a:gd name="T32" fmla="*/ 3 w 676"/>
              <a:gd name="T33" fmla="*/ 36 h 112"/>
              <a:gd name="T34" fmla="*/ 70 w 676"/>
              <a:gd name="T35" fmla="*/ 70 h 112"/>
              <a:gd name="T36" fmla="*/ 66 w 676"/>
              <a:gd name="T37" fmla="*/ 87 h 112"/>
              <a:gd name="T38" fmla="*/ 0 w 676"/>
              <a:gd name="T39" fmla="*/ 73 h 112"/>
              <a:gd name="T40" fmla="*/ 64 w 676"/>
              <a:gd name="T41" fmla="*/ 111 h 112"/>
              <a:gd name="T42" fmla="*/ 188 w 676"/>
              <a:gd name="T43" fmla="*/ 112 h 112"/>
              <a:gd name="T44" fmla="*/ 231 w 676"/>
              <a:gd name="T45" fmla="*/ 107 h 112"/>
              <a:gd name="T46" fmla="*/ 277 w 676"/>
              <a:gd name="T47" fmla="*/ 92 h 112"/>
              <a:gd name="T48" fmla="*/ 332 w 676"/>
              <a:gd name="T49" fmla="*/ 107 h 112"/>
              <a:gd name="T50" fmla="*/ 373 w 676"/>
              <a:gd name="T51" fmla="*/ 107 h 112"/>
              <a:gd name="T52" fmla="*/ 404 w 676"/>
              <a:gd name="T53" fmla="*/ 48 h 112"/>
              <a:gd name="T54" fmla="*/ 619 w 676"/>
              <a:gd name="T55" fmla="*/ 65 h 112"/>
              <a:gd name="T56" fmla="*/ 605 w 676"/>
              <a:gd name="T57" fmla="*/ 28 h 112"/>
              <a:gd name="T58" fmla="*/ 676 w 676"/>
              <a:gd name="T59" fmla="*/ 107 h 112"/>
              <a:gd name="T60" fmla="*/ 574 w 676"/>
              <a:gd name="T61" fmla="*/ 4 h 112"/>
              <a:gd name="T62" fmla="*/ 542 w 676"/>
              <a:gd name="T63" fmla="*/ 4 h 112"/>
              <a:gd name="T64" fmla="*/ 503 w 676"/>
              <a:gd name="T65" fmla="*/ 107 h 112"/>
              <a:gd name="T66" fmla="*/ 542 w 676"/>
              <a:gd name="T67" fmla="*/ 107 h 112"/>
              <a:gd name="T68" fmla="*/ 580 w 676"/>
              <a:gd name="T69" fmla="*/ 92 h 112"/>
              <a:gd name="T70" fmla="*/ 635 w 676"/>
              <a:gd name="T71" fmla="*/ 107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676" h="112">
                <a:moveTo>
                  <a:pt x="316" y="65"/>
                </a:moveTo>
                <a:cubicBezTo>
                  <a:pt x="287" y="65"/>
                  <a:pt x="287" y="65"/>
                  <a:pt x="287" y="65"/>
                </a:cubicBezTo>
                <a:cubicBezTo>
                  <a:pt x="302" y="28"/>
                  <a:pt x="302" y="28"/>
                  <a:pt x="302" y="28"/>
                </a:cubicBezTo>
                <a:lnTo>
                  <a:pt x="316" y="65"/>
                </a:lnTo>
                <a:close/>
                <a:moveTo>
                  <a:pt x="448" y="107"/>
                </a:moveTo>
                <a:cubicBezTo>
                  <a:pt x="493" y="107"/>
                  <a:pt x="493" y="107"/>
                  <a:pt x="493" y="107"/>
                </a:cubicBezTo>
                <a:cubicBezTo>
                  <a:pt x="493" y="4"/>
                  <a:pt x="493" y="4"/>
                  <a:pt x="493" y="4"/>
                </a:cubicBezTo>
                <a:cubicBezTo>
                  <a:pt x="455" y="4"/>
                  <a:pt x="455" y="4"/>
                  <a:pt x="455" y="4"/>
                </a:cubicBezTo>
                <a:cubicBezTo>
                  <a:pt x="455" y="58"/>
                  <a:pt x="455" y="58"/>
                  <a:pt x="455" y="58"/>
                </a:cubicBezTo>
                <a:cubicBezTo>
                  <a:pt x="414" y="4"/>
                  <a:pt x="414" y="4"/>
                  <a:pt x="414" y="4"/>
                </a:cubicBezTo>
                <a:cubicBezTo>
                  <a:pt x="365" y="4"/>
                  <a:pt x="365" y="4"/>
                  <a:pt x="365" y="4"/>
                </a:cubicBezTo>
                <a:cubicBezTo>
                  <a:pt x="365" y="88"/>
                  <a:pt x="365" y="88"/>
                  <a:pt x="365" y="88"/>
                </a:cubicBezTo>
                <a:cubicBezTo>
                  <a:pt x="333" y="4"/>
                  <a:pt x="333" y="4"/>
                  <a:pt x="333" y="4"/>
                </a:cubicBezTo>
                <a:cubicBezTo>
                  <a:pt x="271" y="4"/>
                  <a:pt x="271" y="4"/>
                  <a:pt x="271" y="4"/>
                </a:cubicBezTo>
                <a:cubicBezTo>
                  <a:pt x="247" y="65"/>
                  <a:pt x="247" y="65"/>
                  <a:pt x="247" y="65"/>
                </a:cubicBezTo>
                <a:cubicBezTo>
                  <a:pt x="209" y="65"/>
                  <a:pt x="209" y="65"/>
                  <a:pt x="209" y="65"/>
                </a:cubicBezTo>
                <a:cubicBezTo>
                  <a:pt x="207" y="77"/>
                  <a:pt x="200" y="83"/>
                  <a:pt x="188" y="83"/>
                </a:cubicBezTo>
                <a:cubicBezTo>
                  <a:pt x="174" y="83"/>
                  <a:pt x="166" y="73"/>
                  <a:pt x="166" y="56"/>
                </a:cubicBezTo>
                <a:cubicBezTo>
                  <a:pt x="166" y="39"/>
                  <a:pt x="174" y="28"/>
                  <a:pt x="188" y="28"/>
                </a:cubicBezTo>
                <a:cubicBezTo>
                  <a:pt x="200" y="28"/>
                  <a:pt x="207" y="34"/>
                  <a:pt x="209" y="44"/>
                </a:cubicBezTo>
                <a:cubicBezTo>
                  <a:pt x="251" y="44"/>
                  <a:pt x="251" y="44"/>
                  <a:pt x="251" y="44"/>
                </a:cubicBezTo>
                <a:cubicBezTo>
                  <a:pt x="251" y="41"/>
                  <a:pt x="251" y="41"/>
                  <a:pt x="251" y="41"/>
                </a:cubicBezTo>
                <a:cubicBezTo>
                  <a:pt x="251" y="18"/>
                  <a:pt x="231" y="0"/>
                  <a:pt x="188" y="0"/>
                </a:cubicBezTo>
                <a:cubicBezTo>
                  <a:pt x="142" y="0"/>
                  <a:pt x="125" y="23"/>
                  <a:pt x="125" y="56"/>
                </a:cubicBezTo>
                <a:cubicBezTo>
                  <a:pt x="125" y="56"/>
                  <a:pt x="125" y="57"/>
                  <a:pt x="125" y="58"/>
                </a:cubicBezTo>
                <a:cubicBezTo>
                  <a:pt x="119" y="51"/>
                  <a:pt x="108" y="47"/>
                  <a:pt x="90" y="44"/>
                </a:cubicBezTo>
                <a:cubicBezTo>
                  <a:pt x="63" y="40"/>
                  <a:pt x="63" y="40"/>
                  <a:pt x="63" y="40"/>
                </a:cubicBezTo>
                <a:cubicBezTo>
                  <a:pt x="53" y="39"/>
                  <a:pt x="46" y="38"/>
                  <a:pt x="46" y="33"/>
                </a:cubicBezTo>
                <a:cubicBezTo>
                  <a:pt x="46" y="28"/>
                  <a:pt x="50" y="24"/>
                  <a:pt x="61" y="24"/>
                </a:cubicBezTo>
                <a:cubicBezTo>
                  <a:pt x="73" y="24"/>
                  <a:pt x="80" y="29"/>
                  <a:pt x="80" y="36"/>
                </a:cubicBezTo>
                <a:cubicBezTo>
                  <a:pt x="123" y="36"/>
                  <a:pt x="123" y="36"/>
                  <a:pt x="123" y="36"/>
                </a:cubicBezTo>
                <a:cubicBezTo>
                  <a:pt x="123" y="34"/>
                  <a:pt x="123" y="34"/>
                  <a:pt x="123" y="34"/>
                </a:cubicBezTo>
                <a:cubicBezTo>
                  <a:pt x="123" y="13"/>
                  <a:pt x="103" y="0"/>
                  <a:pt x="63" y="0"/>
                </a:cubicBezTo>
                <a:cubicBezTo>
                  <a:pt x="21" y="0"/>
                  <a:pt x="3" y="15"/>
                  <a:pt x="3" y="36"/>
                </a:cubicBezTo>
                <a:cubicBezTo>
                  <a:pt x="3" y="53"/>
                  <a:pt x="14" y="62"/>
                  <a:pt x="39" y="66"/>
                </a:cubicBezTo>
                <a:cubicBezTo>
                  <a:pt x="70" y="70"/>
                  <a:pt x="70" y="70"/>
                  <a:pt x="70" y="70"/>
                </a:cubicBezTo>
                <a:cubicBezTo>
                  <a:pt x="80" y="72"/>
                  <a:pt x="84" y="74"/>
                  <a:pt x="84" y="78"/>
                </a:cubicBezTo>
                <a:cubicBezTo>
                  <a:pt x="84" y="84"/>
                  <a:pt x="78" y="87"/>
                  <a:pt x="66" y="87"/>
                </a:cubicBezTo>
                <a:cubicBezTo>
                  <a:pt x="52" y="87"/>
                  <a:pt x="45" y="81"/>
                  <a:pt x="45" y="73"/>
                </a:cubicBezTo>
                <a:cubicBezTo>
                  <a:pt x="0" y="73"/>
                  <a:pt x="0" y="73"/>
                  <a:pt x="0" y="73"/>
                </a:cubicBezTo>
                <a:cubicBezTo>
                  <a:pt x="0" y="75"/>
                  <a:pt x="0" y="75"/>
                  <a:pt x="0" y="75"/>
                </a:cubicBezTo>
                <a:cubicBezTo>
                  <a:pt x="0" y="98"/>
                  <a:pt x="22" y="111"/>
                  <a:pt x="64" y="111"/>
                </a:cubicBezTo>
                <a:cubicBezTo>
                  <a:pt x="103" y="111"/>
                  <a:pt x="126" y="103"/>
                  <a:pt x="129" y="81"/>
                </a:cubicBezTo>
                <a:cubicBezTo>
                  <a:pt x="137" y="100"/>
                  <a:pt x="156" y="112"/>
                  <a:pt x="188" y="112"/>
                </a:cubicBezTo>
                <a:cubicBezTo>
                  <a:pt x="213" y="112"/>
                  <a:pt x="228" y="105"/>
                  <a:pt x="236" y="94"/>
                </a:cubicBezTo>
                <a:cubicBezTo>
                  <a:pt x="231" y="107"/>
                  <a:pt x="231" y="107"/>
                  <a:pt x="231" y="107"/>
                </a:cubicBezTo>
                <a:cubicBezTo>
                  <a:pt x="271" y="107"/>
                  <a:pt x="271" y="107"/>
                  <a:pt x="271" y="107"/>
                </a:cubicBezTo>
                <a:cubicBezTo>
                  <a:pt x="277" y="92"/>
                  <a:pt x="277" y="92"/>
                  <a:pt x="277" y="92"/>
                </a:cubicBezTo>
                <a:cubicBezTo>
                  <a:pt x="326" y="92"/>
                  <a:pt x="326" y="92"/>
                  <a:pt x="326" y="92"/>
                </a:cubicBezTo>
                <a:cubicBezTo>
                  <a:pt x="332" y="107"/>
                  <a:pt x="332" y="107"/>
                  <a:pt x="332" y="107"/>
                </a:cubicBezTo>
                <a:cubicBezTo>
                  <a:pt x="365" y="107"/>
                  <a:pt x="365" y="107"/>
                  <a:pt x="365" y="107"/>
                </a:cubicBezTo>
                <a:cubicBezTo>
                  <a:pt x="373" y="107"/>
                  <a:pt x="373" y="107"/>
                  <a:pt x="373" y="107"/>
                </a:cubicBezTo>
                <a:cubicBezTo>
                  <a:pt x="404" y="107"/>
                  <a:pt x="404" y="107"/>
                  <a:pt x="404" y="107"/>
                </a:cubicBezTo>
                <a:cubicBezTo>
                  <a:pt x="404" y="48"/>
                  <a:pt x="404" y="48"/>
                  <a:pt x="404" y="48"/>
                </a:cubicBezTo>
                <a:lnTo>
                  <a:pt x="448" y="107"/>
                </a:lnTo>
                <a:close/>
                <a:moveTo>
                  <a:pt x="619" y="65"/>
                </a:moveTo>
                <a:cubicBezTo>
                  <a:pt x="591" y="65"/>
                  <a:pt x="591" y="65"/>
                  <a:pt x="591" y="65"/>
                </a:cubicBezTo>
                <a:cubicBezTo>
                  <a:pt x="605" y="28"/>
                  <a:pt x="605" y="28"/>
                  <a:pt x="605" y="28"/>
                </a:cubicBezTo>
                <a:lnTo>
                  <a:pt x="619" y="65"/>
                </a:lnTo>
                <a:close/>
                <a:moveTo>
                  <a:pt x="676" y="107"/>
                </a:moveTo>
                <a:cubicBezTo>
                  <a:pt x="637" y="4"/>
                  <a:pt x="637" y="4"/>
                  <a:pt x="637" y="4"/>
                </a:cubicBezTo>
                <a:cubicBezTo>
                  <a:pt x="574" y="4"/>
                  <a:pt x="574" y="4"/>
                  <a:pt x="574" y="4"/>
                </a:cubicBezTo>
                <a:cubicBezTo>
                  <a:pt x="542" y="88"/>
                  <a:pt x="542" y="88"/>
                  <a:pt x="542" y="88"/>
                </a:cubicBezTo>
                <a:cubicBezTo>
                  <a:pt x="542" y="4"/>
                  <a:pt x="542" y="4"/>
                  <a:pt x="542" y="4"/>
                </a:cubicBezTo>
                <a:cubicBezTo>
                  <a:pt x="503" y="4"/>
                  <a:pt x="503" y="4"/>
                  <a:pt x="503" y="4"/>
                </a:cubicBezTo>
                <a:cubicBezTo>
                  <a:pt x="503" y="107"/>
                  <a:pt x="503" y="107"/>
                  <a:pt x="503" y="107"/>
                </a:cubicBezTo>
                <a:cubicBezTo>
                  <a:pt x="535" y="107"/>
                  <a:pt x="535" y="107"/>
                  <a:pt x="535" y="107"/>
                </a:cubicBezTo>
                <a:cubicBezTo>
                  <a:pt x="542" y="107"/>
                  <a:pt x="542" y="107"/>
                  <a:pt x="542" y="107"/>
                </a:cubicBezTo>
                <a:cubicBezTo>
                  <a:pt x="575" y="107"/>
                  <a:pt x="575" y="107"/>
                  <a:pt x="575" y="107"/>
                </a:cubicBezTo>
                <a:cubicBezTo>
                  <a:pt x="580" y="92"/>
                  <a:pt x="580" y="92"/>
                  <a:pt x="580" y="92"/>
                </a:cubicBezTo>
                <a:cubicBezTo>
                  <a:pt x="630" y="92"/>
                  <a:pt x="630" y="92"/>
                  <a:pt x="630" y="92"/>
                </a:cubicBezTo>
                <a:cubicBezTo>
                  <a:pt x="635" y="107"/>
                  <a:pt x="635" y="107"/>
                  <a:pt x="635" y="107"/>
                </a:cubicBezTo>
                <a:lnTo>
                  <a:pt x="676" y="107"/>
                </a:lnTo>
                <a:close/>
              </a:path>
            </a:pathLst>
          </a:custGeom>
          <a:solidFill>
            <a:srgbClr val="FAFAF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pic>
        <p:nvPicPr>
          <p:cNvPr id="8" name="ScaniaSymbol"/>
          <p:cNvPicPr>
            <a:picLocks noChangeAspect="1"/>
          </p:cNvPicPr>
          <p:nvPr/>
        </p:nvPicPr>
        <p:blipFill rotWithShape="1">
          <a:blip r:embed="rId2">
            <a:extLst>
              <a:ext uri="{28A0092B-C50C-407E-A947-70E740481C1C}">
                <a14:useLocalDpi xmlns:a14="http://schemas.microsoft.com/office/drawing/2010/main" val="0"/>
              </a:ext>
            </a:extLst>
          </a:blip>
          <a:srcRect l="20689" t="22977" r="20094" b="23512"/>
          <a:stretch/>
        </p:blipFill>
        <p:spPr>
          <a:xfrm>
            <a:off x="11391926" y="261969"/>
            <a:ext cx="595533" cy="538132"/>
          </a:xfrm>
          <a:prstGeom prst="rect">
            <a:avLst/>
          </a:prstGeom>
        </p:spPr>
      </p:pic>
      <p:sp>
        <p:nvSpPr>
          <p:cNvPr id="10" name="TextBox 9"/>
          <p:cNvSpPr txBox="1"/>
          <p:nvPr/>
        </p:nvSpPr>
        <p:spPr>
          <a:xfrm>
            <a:off x="0" y="-135898"/>
            <a:ext cx="913712" cy="123111"/>
          </a:xfrm>
          <a:prstGeom prst="rect">
            <a:avLst/>
          </a:prstGeom>
          <a:noFill/>
        </p:spPr>
        <p:txBody>
          <a:bodyPr wrap="none" lIns="0" tIns="0" rIns="0" bIns="0" rtlCol="0">
            <a:spAutoFit/>
          </a:bodyPr>
          <a:lstStyle/>
          <a:p>
            <a:r>
              <a:rPr lang="en-US" sz="800" b="1" dirty="0">
                <a:solidFill>
                  <a:schemeClr val="accent1"/>
                </a:solidFill>
              </a:rPr>
              <a:t>Title Slide - Image</a:t>
            </a:r>
          </a:p>
        </p:txBody>
      </p:sp>
      <p:sp>
        <p:nvSpPr>
          <p:cNvPr id="11" name="Date Placeholder 3"/>
          <p:cNvSpPr>
            <a:spLocks noGrp="1"/>
          </p:cNvSpPr>
          <p:nvPr>
            <p:ph type="dt" sz="half" idx="11"/>
          </p:nvPr>
        </p:nvSpPr>
        <p:spPr>
          <a:xfrm>
            <a:off x="515936" y="6393416"/>
            <a:ext cx="3492502" cy="213783"/>
          </a:xfrm>
        </p:spPr>
        <p:txBody>
          <a:bodyPr/>
          <a:lstStyle>
            <a:lvl1pPr>
              <a:defRPr>
                <a:solidFill>
                  <a:schemeClr val="bg1"/>
                </a:solidFill>
              </a:defRPr>
            </a:lvl1pPr>
          </a:lstStyle>
          <a:p>
            <a:r>
              <a:rPr lang="sv-SE"/>
              <a:t>30 January 2023</a:t>
            </a:r>
            <a:endParaRPr lang="en-US" dirty="0"/>
          </a:p>
        </p:txBody>
      </p:sp>
      <p:sp>
        <p:nvSpPr>
          <p:cNvPr id="12" name="Text Placeholder 9"/>
          <p:cNvSpPr>
            <a:spLocks noGrp="1"/>
          </p:cNvSpPr>
          <p:nvPr>
            <p:ph type="body" sz="quarter" idx="12" hasCustomPrompt="1"/>
          </p:nvPr>
        </p:nvSpPr>
        <p:spPr>
          <a:xfrm>
            <a:off x="515936" y="6156136"/>
            <a:ext cx="3492502" cy="212725"/>
          </a:xfrm>
        </p:spPr>
        <p:txBody>
          <a:bodyPr anchor="ctr"/>
          <a:lstStyle>
            <a:lvl1pPr marL="0" indent="0">
              <a:lnSpc>
                <a:spcPct val="100000"/>
              </a:lnSpc>
              <a:spcBef>
                <a:spcPts val="0"/>
              </a:spcBef>
              <a:buNone/>
              <a:defRPr sz="800">
                <a:solidFill>
                  <a:schemeClr val="bg1"/>
                </a:solidFill>
              </a:defRPr>
            </a:lvl1pPr>
          </a:lstStyle>
          <a:p>
            <a:pPr lvl="0"/>
            <a:r>
              <a:rPr lang="en-US" dirty="0"/>
              <a:t>Edition</a:t>
            </a:r>
          </a:p>
        </p:txBody>
      </p:sp>
    </p:spTree>
    <p:extLst>
      <p:ext uri="{BB962C8B-B14F-4D97-AF65-F5344CB8AC3E}">
        <p14:creationId xmlns:p14="http://schemas.microsoft.com/office/powerpoint/2010/main" val="2945848234"/>
      </p:ext>
    </p:extLst>
  </p:cSld>
  <p:clrMapOvr>
    <a:masterClrMapping/>
  </p:clrMapOvr>
  <p:hf hdr="0"/>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p:txBody>
          <a:bodyPr/>
          <a:lstStyle>
            <a:lvl1pPr>
              <a:defRPr/>
            </a:lvl1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r>
              <a:rPr lang="sv-SE"/>
              <a:t>30 January 2023</a:t>
            </a:r>
            <a:endParaRPr lang="en-US" dirty="0"/>
          </a:p>
        </p:txBody>
      </p:sp>
      <p:sp>
        <p:nvSpPr>
          <p:cNvPr id="5" name="Footer Placeholder 4"/>
          <p:cNvSpPr>
            <a:spLocks noGrp="1"/>
          </p:cNvSpPr>
          <p:nvPr>
            <p:ph type="ftr" sz="quarter" idx="11"/>
          </p:nvPr>
        </p:nvSpPr>
        <p:spPr/>
        <p:txBody>
          <a:bodyPr/>
          <a:lstStyle/>
          <a:p>
            <a:r>
              <a:rPr lang="en-GB"/>
              <a:t>Info class internal Department / Name / Subject</a:t>
            </a:r>
            <a:endParaRPr lang="en-US" dirty="0"/>
          </a:p>
        </p:txBody>
      </p:sp>
      <p:sp>
        <p:nvSpPr>
          <p:cNvPr id="6" name="Slide Number Placeholder 5"/>
          <p:cNvSpPr>
            <a:spLocks noGrp="1"/>
          </p:cNvSpPr>
          <p:nvPr>
            <p:ph type="sldNum" sz="quarter" idx="12"/>
          </p:nvPr>
        </p:nvSpPr>
        <p:spPr/>
        <p:txBody>
          <a:bodyPr/>
          <a:lstStyle/>
          <a:p>
            <a:fld id="{0183C6E6-4335-4428-AB21-BBACF8148F3A}" type="slidenum">
              <a:rPr lang="en-US" smtClean="0"/>
              <a:t>‹#›</a:t>
            </a:fld>
            <a:endParaRPr lang="en-US" dirty="0"/>
          </a:p>
        </p:txBody>
      </p:sp>
      <p:sp>
        <p:nvSpPr>
          <p:cNvPr id="7" name="Title 6"/>
          <p:cNvSpPr>
            <a:spLocks noGrp="1"/>
          </p:cNvSpPr>
          <p:nvPr>
            <p:ph type="title" hasCustomPrompt="1"/>
          </p:nvPr>
        </p:nvSpPr>
        <p:spPr/>
        <p:txBody>
          <a:bodyPr/>
          <a:lstStyle/>
          <a:p>
            <a:r>
              <a:rPr lang="en-US" dirty="0"/>
              <a:t>Click to add title</a:t>
            </a:r>
          </a:p>
        </p:txBody>
      </p:sp>
      <p:sp>
        <p:nvSpPr>
          <p:cNvPr id="9" name="TextBox 8"/>
          <p:cNvSpPr txBox="1"/>
          <p:nvPr/>
        </p:nvSpPr>
        <p:spPr>
          <a:xfrm>
            <a:off x="0" y="-135898"/>
            <a:ext cx="876843" cy="123111"/>
          </a:xfrm>
          <a:prstGeom prst="rect">
            <a:avLst/>
          </a:prstGeom>
          <a:noFill/>
        </p:spPr>
        <p:txBody>
          <a:bodyPr wrap="none" lIns="0" tIns="0" rIns="0" bIns="0" rtlCol="0">
            <a:spAutoFit/>
          </a:bodyPr>
          <a:lstStyle/>
          <a:p>
            <a:r>
              <a:rPr lang="en-US" sz="800" b="1" dirty="0">
                <a:solidFill>
                  <a:schemeClr val="accent1"/>
                </a:solidFill>
              </a:rPr>
              <a:t>Title and Content</a:t>
            </a:r>
          </a:p>
        </p:txBody>
      </p:sp>
      <p:pic>
        <p:nvPicPr>
          <p:cNvPr id="8" name="ScaniaSymbol"/>
          <p:cNvPicPr>
            <a:picLocks noChangeAspect="1"/>
          </p:cNvPicPr>
          <p:nvPr/>
        </p:nvPicPr>
        <p:blipFill rotWithShape="1">
          <a:blip r:embed="rId2">
            <a:extLst>
              <a:ext uri="{28A0092B-C50C-407E-A947-70E740481C1C}">
                <a14:useLocalDpi xmlns:a14="http://schemas.microsoft.com/office/drawing/2010/main" val="0"/>
              </a:ext>
            </a:extLst>
          </a:blip>
          <a:srcRect l="20689" t="22977" r="20094" b="23512"/>
          <a:stretch/>
        </p:blipFill>
        <p:spPr>
          <a:xfrm>
            <a:off x="11391926" y="261969"/>
            <a:ext cx="595533" cy="538132"/>
          </a:xfrm>
          <a:prstGeom prst="rect">
            <a:avLst/>
          </a:prstGeom>
        </p:spPr>
      </p:pic>
    </p:spTree>
    <p:extLst>
      <p:ext uri="{BB962C8B-B14F-4D97-AF65-F5344CB8AC3E}">
        <p14:creationId xmlns:p14="http://schemas.microsoft.com/office/powerpoint/2010/main" val="3417023819"/>
      </p:ext>
    </p:extLst>
  </p:cSld>
  <p:clrMapOvr>
    <a:masterClrMapping/>
  </p:clrMapOvr>
  <p:hf hdr="0"/>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hree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dirty="0"/>
              <a:t>Click to add title</a:t>
            </a:r>
          </a:p>
        </p:txBody>
      </p:sp>
      <p:sp>
        <p:nvSpPr>
          <p:cNvPr id="3" name="Content Placeholder 2"/>
          <p:cNvSpPr>
            <a:spLocks noGrp="1"/>
          </p:cNvSpPr>
          <p:nvPr>
            <p:ph idx="1" hasCustomPrompt="1"/>
          </p:nvPr>
        </p:nvSpPr>
        <p:spPr>
          <a:xfrm>
            <a:off x="515937" y="1787096"/>
            <a:ext cx="3487103" cy="4162854"/>
          </a:xfrm>
        </p:spPr>
        <p:txBody>
          <a:bodyPr>
            <a:noAutofit/>
          </a:bodyPr>
          <a:lstStyle>
            <a:lvl1pPr>
              <a:defRPr sz="1600"/>
            </a:lvl1pPr>
            <a:lvl2pPr>
              <a:spcBef>
                <a:spcPts val="500"/>
              </a:spcBef>
              <a:defRPr sz="1600"/>
            </a:lvl2pPr>
            <a:lvl3pPr>
              <a:defRPr sz="1600"/>
            </a:lvl3pPr>
            <a:lvl4pPr>
              <a:defRPr sz="1600"/>
            </a:lvl4pPr>
            <a:lvl5pPr>
              <a:defRPr sz="16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r>
              <a:rPr lang="sv-SE"/>
              <a:t>30 January 2023</a:t>
            </a:r>
            <a:endParaRPr lang="en-US" dirty="0"/>
          </a:p>
        </p:txBody>
      </p:sp>
      <p:sp>
        <p:nvSpPr>
          <p:cNvPr id="5" name="Footer Placeholder 4"/>
          <p:cNvSpPr>
            <a:spLocks noGrp="1"/>
          </p:cNvSpPr>
          <p:nvPr>
            <p:ph type="ftr" sz="quarter" idx="11"/>
          </p:nvPr>
        </p:nvSpPr>
        <p:spPr/>
        <p:txBody>
          <a:bodyPr/>
          <a:lstStyle/>
          <a:p>
            <a:r>
              <a:rPr lang="en-GB"/>
              <a:t>Info class internal Department / Name / Subject</a:t>
            </a:r>
            <a:endParaRPr lang="en-US" dirty="0"/>
          </a:p>
        </p:txBody>
      </p:sp>
      <p:sp>
        <p:nvSpPr>
          <p:cNvPr id="6" name="Slide Number Placeholder 5"/>
          <p:cNvSpPr>
            <a:spLocks noGrp="1"/>
          </p:cNvSpPr>
          <p:nvPr>
            <p:ph type="sldNum" sz="quarter" idx="12"/>
          </p:nvPr>
        </p:nvSpPr>
        <p:spPr/>
        <p:txBody>
          <a:bodyPr/>
          <a:lstStyle/>
          <a:p>
            <a:fld id="{0183C6E6-4335-4428-AB21-BBACF8148F3A}" type="slidenum">
              <a:rPr lang="en-US" smtClean="0"/>
              <a:t>‹#›</a:t>
            </a:fld>
            <a:endParaRPr lang="en-US" dirty="0"/>
          </a:p>
        </p:txBody>
      </p:sp>
      <p:sp>
        <p:nvSpPr>
          <p:cNvPr id="8" name="Content Placeholder 2"/>
          <p:cNvSpPr>
            <a:spLocks noGrp="1"/>
          </p:cNvSpPr>
          <p:nvPr>
            <p:ph idx="13" hasCustomPrompt="1"/>
          </p:nvPr>
        </p:nvSpPr>
        <p:spPr>
          <a:xfrm>
            <a:off x="4348163" y="1787096"/>
            <a:ext cx="3487103" cy="4162854"/>
          </a:xfrm>
        </p:spPr>
        <p:txBody>
          <a:bodyPr>
            <a:noAutofit/>
          </a:bodyPr>
          <a:lstStyle>
            <a:lvl1pPr>
              <a:defRPr sz="1600"/>
            </a:lvl1pPr>
            <a:lvl2pPr>
              <a:spcBef>
                <a:spcPts val="500"/>
              </a:spcBef>
              <a:defRPr sz="1600"/>
            </a:lvl2pPr>
            <a:lvl3pPr>
              <a:defRPr sz="1600"/>
            </a:lvl3pPr>
            <a:lvl4pPr>
              <a:defRPr sz="1600"/>
            </a:lvl4pPr>
            <a:lvl5pPr>
              <a:defRPr sz="16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Content Placeholder 2"/>
          <p:cNvSpPr>
            <a:spLocks noGrp="1"/>
          </p:cNvSpPr>
          <p:nvPr>
            <p:ph idx="14" hasCustomPrompt="1"/>
          </p:nvPr>
        </p:nvSpPr>
        <p:spPr>
          <a:xfrm>
            <a:off x="8180389" y="1787096"/>
            <a:ext cx="3487103" cy="4162854"/>
          </a:xfrm>
        </p:spPr>
        <p:txBody>
          <a:bodyPr>
            <a:noAutofit/>
          </a:bodyPr>
          <a:lstStyle>
            <a:lvl1pPr>
              <a:defRPr sz="1600"/>
            </a:lvl1pPr>
            <a:lvl2pPr>
              <a:spcBef>
                <a:spcPts val="500"/>
              </a:spcBef>
              <a:defRPr sz="1600"/>
            </a:lvl2pPr>
            <a:lvl3pPr>
              <a:defRPr sz="1600"/>
            </a:lvl3pPr>
            <a:lvl4pPr>
              <a:defRPr sz="1600"/>
            </a:lvl4pPr>
            <a:lvl5pPr>
              <a:defRPr sz="16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TextBox 10"/>
          <p:cNvSpPr txBox="1"/>
          <p:nvPr/>
        </p:nvSpPr>
        <p:spPr>
          <a:xfrm>
            <a:off x="0" y="-135898"/>
            <a:ext cx="732573" cy="123111"/>
          </a:xfrm>
          <a:prstGeom prst="rect">
            <a:avLst/>
          </a:prstGeom>
          <a:noFill/>
        </p:spPr>
        <p:txBody>
          <a:bodyPr wrap="none" lIns="0" tIns="0" rIns="0" bIns="0" rtlCol="0">
            <a:spAutoFit/>
          </a:bodyPr>
          <a:lstStyle/>
          <a:p>
            <a:r>
              <a:rPr lang="en-US" sz="800" b="1" dirty="0">
                <a:solidFill>
                  <a:schemeClr val="accent1"/>
                </a:solidFill>
              </a:rPr>
              <a:t>Three Content</a:t>
            </a:r>
          </a:p>
        </p:txBody>
      </p:sp>
      <p:pic>
        <p:nvPicPr>
          <p:cNvPr id="10" name="ScaniaSymbol"/>
          <p:cNvPicPr>
            <a:picLocks noChangeAspect="1"/>
          </p:cNvPicPr>
          <p:nvPr/>
        </p:nvPicPr>
        <p:blipFill rotWithShape="1">
          <a:blip r:embed="rId2">
            <a:extLst>
              <a:ext uri="{28A0092B-C50C-407E-A947-70E740481C1C}">
                <a14:useLocalDpi xmlns:a14="http://schemas.microsoft.com/office/drawing/2010/main" val="0"/>
              </a:ext>
            </a:extLst>
          </a:blip>
          <a:srcRect l="20689" t="22977" r="20094" b="23512"/>
          <a:stretch/>
        </p:blipFill>
        <p:spPr>
          <a:xfrm>
            <a:off x="11391926" y="261969"/>
            <a:ext cx="595533" cy="538132"/>
          </a:xfrm>
          <a:prstGeom prst="rect">
            <a:avLst/>
          </a:prstGeom>
        </p:spPr>
      </p:pic>
    </p:spTree>
    <p:extLst>
      <p:ext uri="{BB962C8B-B14F-4D97-AF65-F5344CB8AC3E}">
        <p14:creationId xmlns:p14="http://schemas.microsoft.com/office/powerpoint/2010/main" val="4249778452"/>
      </p:ext>
    </p:extLst>
  </p:cSld>
  <p:clrMapOvr>
    <a:masterClrMapping/>
  </p:clrMapOvr>
  <p:hf hdr="0"/>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sv-SE"/>
              <a:t>30 January 2023</a:t>
            </a:r>
            <a:endParaRPr lang="en-US" dirty="0"/>
          </a:p>
        </p:txBody>
      </p:sp>
      <p:sp>
        <p:nvSpPr>
          <p:cNvPr id="3" name="Footer Placeholder 2"/>
          <p:cNvSpPr>
            <a:spLocks noGrp="1"/>
          </p:cNvSpPr>
          <p:nvPr>
            <p:ph type="ftr" sz="quarter" idx="11"/>
          </p:nvPr>
        </p:nvSpPr>
        <p:spPr/>
        <p:txBody>
          <a:bodyPr/>
          <a:lstStyle/>
          <a:p>
            <a:r>
              <a:rPr lang="en-GB"/>
              <a:t>Info class internal Department / Name / Subject</a:t>
            </a:r>
            <a:endParaRPr lang="en-US" dirty="0"/>
          </a:p>
        </p:txBody>
      </p:sp>
      <p:sp>
        <p:nvSpPr>
          <p:cNvPr id="4" name="Slide Number Placeholder 3"/>
          <p:cNvSpPr>
            <a:spLocks noGrp="1"/>
          </p:cNvSpPr>
          <p:nvPr>
            <p:ph type="sldNum" sz="quarter" idx="12"/>
          </p:nvPr>
        </p:nvSpPr>
        <p:spPr/>
        <p:txBody>
          <a:bodyPr/>
          <a:lstStyle/>
          <a:p>
            <a:fld id="{0183C6E6-4335-4428-AB21-BBACF8148F3A}" type="slidenum">
              <a:rPr lang="en-US" smtClean="0"/>
              <a:t>‹#›</a:t>
            </a:fld>
            <a:endParaRPr lang="en-US" dirty="0"/>
          </a:p>
        </p:txBody>
      </p:sp>
      <p:sp>
        <p:nvSpPr>
          <p:cNvPr id="7" name="TextBox 6"/>
          <p:cNvSpPr txBox="1"/>
          <p:nvPr/>
        </p:nvSpPr>
        <p:spPr>
          <a:xfrm>
            <a:off x="0" y="-135898"/>
            <a:ext cx="282129" cy="123111"/>
          </a:xfrm>
          <a:prstGeom prst="rect">
            <a:avLst/>
          </a:prstGeom>
          <a:noFill/>
        </p:spPr>
        <p:txBody>
          <a:bodyPr wrap="none" lIns="0" tIns="0" rIns="0" bIns="0" rtlCol="0">
            <a:spAutoFit/>
          </a:bodyPr>
          <a:lstStyle/>
          <a:p>
            <a:r>
              <a:rPr lang="en-US" sz="800" b="1" dirty="0">
                <a:solidFill>
                  <a:schemeClr val="accent1"/>
                </a:solidFill>
              </a:rPr>
              <a:t>Blank</a:t>
            </a:r>
          </a:p>
        </p:txBody>
      </p:sp>
      <p:pic>
        <p:nvPicPr>
          <p:cNvPr id="6" name="ScaniaSymbol"/>
          <p:cNvPicPr>
            <a:picLocks noChangeAspect="1"/>
          </p:cNvPicPr>
          <p:nvPr/>
        </p:nvPicPr>
        <p:blipFill rotWithShape="1">
          <a:blip r:embed="rId2">
            <a:extLst>
              <a:ext uri="{28A0092B-C50C-407E-A947-70E740481C1C}">
                <a14:useLocalDpi xmlns:a14="http://schemas.microsoft.com/office/drawing/2010/main" val="0"/>
              </a:ext>
            </a:extLst>
          </a:blip>
          <a:srcRect l="20689" t="22977" r="20094" b="23512"/>
          <a:stretch/>
        </p:blipFill>
        <p:spPr>
          <a:xfrm>
            <a:off x="11391926" y="261969"/>
            <a:ext cx="595533" cy="538132"/>
          </a:xfrm>
          <a:prstGeom prst="rect">
            <a:avLst/>
          </a:prstGeom>
        </p:spPr>
      </p:pic>
    </p:spTree>
    <p:extLst>
      <p:ext uri="{BB962C8B-B14F-4D97-AF65-F5344CB8AC3E}">
        <p14:creationId xmlns:p14="http://schemas.microsoft.com/office/powerpoint/2010/main" val="1980847155"/>
      </p:ext>
    </p:extLst>
  </p:cSld>
  <p:clrMapOvr>
    <a:masterClrMapping/>
  </p:clrMapOvr>
  <p:hf hdr="0"/>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One Image">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dirty="0"/>
              <a:t>Click to add title</a:t>
            </a:r>
          </a:p>
        </p:txBody>
      </p:sp>
      <p:sp>
        <p:nvSpPr>
          <p:cNvPr id="3" name="Content Placeholder 2"/>
          <p:cNvSpPr>
            <a:spLocks noGrp="1"/>
          </p:cNvSpPr>
          <p:nvPr>
            <p:ph idx="1" hasCustomPrompt="1"/>
          </p:nvPr>
        </p:nvSpPr>
        <p:spPr>
          <a:xfrm>
            <a:off x="515937" y="1787096"/>
            <a:ext cx="3492501" cy="4160344"/>
          </a:xfrm>
        </p:spPr>
        <p:txBody>
          <a:body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r>
              <a:rPr lang="sv-SE"/>
              <a:t>30 January 2023</a:t>
            </a:r>
            <a:endParaRPr lang="en-US" dirty="0"/>
          </a:p>
        </p:txBody>
      </p:sp>
      <p:sp>
        <p:nvSpPr>
          <p:cNvPr id="5" name="Footer Placeholder 4"/>
          <p:cNvSpPr>
            <a:spLocks noGrp="1"/>
          </p:cNvSpPr>
          <p:nvPr>
            <p:ph type="ftr" sz="quarter" idx="11"/>
          </p:nvPr>
        </p:nvSpPr>
        <p:spPr/>
        <p:txBody>
          <a:bodyPr/>
          <a:lstStyle/>
          <a:p>
            <a:r>
              <a:rPr lang="en-GB"/>
              <a:t>Info class internal Department / Name / Subject</a:t>
            </a:r>
            <a:endParaRPr lang="en-US" dirty="0"/>
          </a:p>
        </p:txBody>
      </p:sp>
      <p:sp>
        <p:nvSpPr>
          <p:cNvPr id="6" name="Slide Number Placeholder 5"/>
          <p:cNvSpPr>
            <a:spLocks noGrp="1"/>
          </p:cNvSpPr>
          <p:nvPr>
            <p:ph type="sldNum" sz="quarter" idx="12"/>
          </p:nvPr>
        </p:nvSpPr>
        <p:spPr/>
        <p:txBody>
          <a:bodyPr/>
          <a:lstStyle/>
          <a:p>
            <a:fld id="{0183C6E6-4335-4428-AB21-BBACF8148F3A}" type="slidenum">
              <a:rPr lang="en-US" smtClean="0"/>
              <a:t>‹#›</a:t>
            </a:fld>
            <a:endParaRPr lang="en-US" dirty="0"/>
          </a:p>
        </p:txBody>
      </p:sp>
      <p:sp>
        <p:nvSpPr>
          <p:cNvPr id="10" name="Picture Placeholder 9"/>
          <p:cNvSpPr>
            <a:spLocks noGrp="1"/>
          </p:cNvSpPr>
          <p:nvPr>
            <p:ph type="pic" sz="quarter" idx="13" hasCustomPrompt="1"/>
          </p:nvPr>
        </p:nvSpPr>
        <p:spPr>
          <a:xfrm>
            <a:off x="4348163" y="1773239"/>
            <a:ext cx="7327900" cy="4176712"/>
          </a:xfrm>
          <a:solidFill>
            <a:schemeClr val="accent3"/>
          </a:solidFill>
        </p:spPr>
        <p:txBody>
          <a:bodyPr anchor="ctr">
            <a:normAutofit/>
          </a:bodyPr>
          <a:lstStyle>
            <a:lvl1pPr marL="0" indent="0" algn="ctr">
              <a:buNone/>
              <a:defRPr sz="1000"/>
            </a:lvl1pPr>
          </a:lstStyle>
          <a:p>
            <a:r>
              <a:rPr lang="sv-SE" dirty="0"/>
              <a:t>Click to add picture or use an </a:t>
            </a:r>
            <a:r>
              <a:rPr lang="en-US" dirty="0"/>
              <a:t>image from Scania Image Bank</a:t>
            </a:r>
            <a:endParaRPr lang="sv-SE" dirty="0"/>
          </a:p>
        </p:txBody>
      </p:sp>
      <p:sp>
        <p:nvSpPr>
          <p:cNvPr id="11" name="TextBox 10"/>
          <p:cNvSpPr txBox="1"/>
          <p:nvPr/>
        </p:nvSpPr>
        <p:spPr>
          <a:xfrm>
            <a:off x="0" y="-135898"/>
            <a:ext cx="545021" cy="123111"/>
          </a:xfrm>
          <a:prstGeom prst="rect">
            <a:avLst/>
          </a:prstGeom>
          <a:noFill/>
        </p:spPr>
        <p:txBody>
          <a:bodyPr wrap="none" lIns="0" tIns="0" rIns="0" bIns="0" rtlCol="0">
            <a:spAutoFit/>
          </a:bodyPr>
          <a:lstStyle/>
          <a:p>
            <a:r>
              <a:rPr lang="en-US" sz="800" b="1" dirty="0">
                <a:solidFill>
                  <a:schemeClr val="accent1"/>
                </a:solidFill>
              </a:rPr>
              <a:t>One Image</a:t>
            </a:r>
          </a:p>
        </p:txBody>
      </p:sp>
      <p:pic>
        <p:nvPicPr>
          <p:cNvPr id="9" name="ScaniaSymbol"/>
          <p:cNvPicPr>
            <a:picLocks noChangeAspect="1"/>
          </p:cNvPicPr>
          <p:nvPr/>
        </p:nvPicPr>
        <p:blipFill rotWithShape="1">
          <a:blip r:embed="rId2">
            <a:extLst>
              <a:ext uri="{28A0092B-C50C-407E-A947-70E740481C1C}">
                <a14:useLocalDpi xmlns:a14="http://schemas.microsoft.com/office/drawing/2010/main" val="0"/>
              </a:ext>
            </a:extLst>
          </a:blip>
          <a:srcRect l="20689" t="22977" r="20094" b="23512"/>
          <a:stretch/>
        </p:blipFill>
        <p:spPr>
          <a:xfrm>
            <a:off x="11391926" y="261969"/>
            <a:ext cx="595533" cy="538132"/>
          </a:xfrm>
          <a:prstGeom prst="rect">
            <a:avLst/>
          </a:prstGeom>
        </p:spPr>
      </p:pic>
    </p:spTree>
    <p:extLst>
      <p:ext uri="{BB962C8B-B14F-4D97-AF65-F5344CB8AC3E}">
        <p14:creationId xmlns:p14="http://schemas.microsoft.com/office/powerpoint/2010/main" val="3344808690"/>
      </p:ext>
    </p:extLst>
  </p:cSld>
  <p:clrMapOvr>
    <a:masterClrMapping/>
  </p:clrMapOvr>
  <p:hf hdr="0"/>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Two Images">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dirty="0"/>
              <a:t>Click to add title</a:t>
            </a:r>
          </a:p>
        </p:txBody>
      </p:sp>
      <p:sp>
        <p:nvSpPr>
          <p:cNvPr id="3" name="Content Placeholder 2"/>
          <p:cNvSpPr>
            <a:spLocks noGrp="1"/>
          </p:cNvSpPr>
          <p:nvPr>
            <p:ph idx="1" hasCustomPrompt="1"/>
          </p:nvPr>
        </p:nvSpPr>
        <p:spPr>
          <a:xfrm>
            <a:off x="515937" y="1787096"/>
            <a:ext cx="3492501" cy="4160344"/>
          </a:xfrm>
        </p:spPr>
        <p:txBody>
          <a:body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r>
              <a:rPr lang="sv-SE"/>
              <a:t>30 January 2023</a:t>
            </a:r>
            <a:endParaRPr lang="en-US" dirty="0"/>
          </a:p>
        </p:txBody>
      </p:sp>
      <p:sp>
        <p:nvSpPr>
          <p:cNvPr id="5" name="Footer Placeholder 4"/>
          <p:cNvSpPr>
            <a:spLocks noGrp="1"/>
          </p:cNvSpPr>
          <p:nvPr>
            <p:ph type="ftr" sz="quarter" idx="11"/>
          </p:nvPr>
        </p:nvSpPr>
        <p:spPr/>
        <p:txBody>
          <a:bodyPr/>
          <a:lstStyle/>
          <a:p>
            <a:r>
              <a:rPr lang="en-GB"/>
              <a:t>Info class internal Department / Name / Subject</a:t>
            </a:r>
            <a:endParaRPr lang="en-US" dirty="0"/>
          </a:p>
        </p:txBody>
      </p:sp>
      <p:sp>
        <p:nvSpPr>
          <p:cNvPr id="6" name="Slide Number Placeholder 5"/>
          <p:cNvSpPr>
            <a:spLocks noGrp="1"/>
          </p:cNvSpPr>
          <p:nvPr>
            <p:ph type="sldNum" sz="quarter" idx="12"/>
          </p:nvPr>
        </p:nvSpPr>
        <p:spPr/>
        <p:txBody>
          <a:bodyPr/>
          <a:lstStyle/>
          <a:p>
            <a:fld id="{0183C6E6-4335-4428-AB21-BBACF8148F3A}" type="slidenum">
              <a:rPr lang="en-US" smtClean="0"/>
              <a:t>‹#›</a:t>
            </a:fld>
            <a:endParaRPr lang="en-US" dirty="0"/>
          </a:p>
        </p:txBody>
      </p:sp>
      <p:sp>
        <p:nvSpPr>
          <p:cNvPr id="10" name="Picture Placeholder 9"/>
          <p:cNvSpPr>
            <a:spLocks noGrp="1"/>
          </p:cNvSpPr>
          <p:nvPr>
            <p:ph type="pic" sz="quarter" idx="13" hasCustomPrompt="1"/>
          </p:nvPr>
        </p:nvSpPr>
        <p:spPr>
          <a:xfrm>
            <a:off x="4348163" y="1773239"/>
            <a:ext cx="3495675" cy="4176712"/>
          </a:xfrm>
          <a:solidFill>
            <a:schemeClr val="accent3"/>
          </a:solidFill>
        </p:spPr>
        <p:txBody>
          <a:bodyPr lIns="360000" rIns="360000" anchor="ctr">
            <a:normAutofit/>
          </a:bodyPr>
          <a:lstStyle>
            <a:lvl1pPr marL="0" indent="0" algn="ctr">
              <a:buNone/>
              <a:defRPr sz="1000"/>
            </a:lvl1pPr>
          </a:lstStyle>
          <a:p>
            <a:r>
              <a:rPr lang="sv-SE" dirty="0"/>
              <a:t>Click to add picture or use an </a:t>
            </a:r>
            <a:r>
              <a:rPr lang="en-US" dirty="0"/>
              <a:t>image from Scania Image Bank</a:t>
            </a:r>
            <a:endParaRPr lang="sv-SE" dirty="0"/>
          </a:p>
        </p:txBody>
      </p:sp>
      <p:sp>
        <p:nvSpPr>
          <p:cNvPr id="11" name="Picture Placeholder 9"/>
          <p:cNvSpPr>
            <a:spLocks noGrp="1"/>
          </p:cNvSpPr>
          <p:nvPr>
            <p:ph type="pic" sz="quarter" idx="14" hasCustomPrompt="1"/>
          </p:nvPr>
        </p:nvSpPr>
        <p:spPr>
          <a:xfrm>
            <a:off x="8180386" y="1773239"/>
            <a:ext cx="3495675" cy="4176712"/>
          </a:xfrm>
          <a:solidFill>
            <a:schemeClr val="accent3"/>
          </a:solidFill>
        </p:spPr>
        <p:txBody>
          <a:bodyPr lIns="360000" rIns="360000" anchor="ctr">
            <a:normAutofit/>
          </a:bodyPr>
          <a:lstStyle>
            <a:lvl1pPr marL="0" indent="0" algn="ctr">
              <a:buNone/>
              <a:defRPr sz="1000"/>
            </a:lvl1pPr>
          </a:lstStyle>
          <a:p>
            <a:r>
              <a:rPr lang="sv-SE" dirty="0"/>
              <a:t>Click to add picture or use an </a:t>
            </a:r>
            <a:r>
              <a:rPr lang="en-US" dirty="0"/>
              <a:t>image from Scania Image Bank</a:t>
            </a:r>
            <a:endParaRPr lang="sv-SE" dirty="0"/>
          </a:p>
        </p:txBody>
      </p:sp>
      <p:sp>
        <p:nvSpPr>
          <p:cNvPr id="13" name="TextBox 12"/>
          <p:cNvSpPr txBox="1"/>
          <p:nvPr/>
        </p:nvSpPr>
        <p:spPr>
          <a:xfrm>
            <a:off x="0" y="-135898"/>
            <a:ext cx="612347" cy="123111"/>
          </a:xfrm>
          <a:prstGeom prst="rect">
            <a:avLst/>
          </a:prstGeom>
          <a:noFill/>
        </p:spPr>
        <p:txBody>
          <a:bodyPr wrap="none" lIns="0" tIns="0" rIns="0" bIns="0" rtlCol="0">
            <a:spAutoFit/>
          </a:bodyPr>
          <a:lstStyle/>
          <a:p>
            <a:r>
              <a:rPr lang="en-US" sz="800" b="1" dirty="0">
                <a:solidFill>
                  <a:schemeClr val="accent1"/>
                </a:solidFill>
              </a:rPr>
              <a:t>Two Images</a:t>
            </a:r>
          </a:p>
        </p:txBody>
      </p:sp>
      <p:pic>
        <p:nvPicPr>
          <p:cNvPr id="12" name="ScaniaSymbol"/>
          <p:cNvPicPr>
            <a:picLocks noChangeAspect="1"/>
          </p:cNvPicPr>
          <p:nvPr/>
        </p:nvPicPr>
        <p:blipFill rotWithShape="1">
          <a:blip r:embed="rId2">
            <a:extLst>
              <a:ext uri="{28A0092B-C50C-407E-A947-70E740481C1C}">
                <a14:useLocalDpi xmlns:a14="http://schemas.microsoft.com/office/drawing/2010/main" val="0"/>
              </a:ext>
            </a:extLst>
          </a:blip>
          <a:srcRect l="20689" t="22977" r="20094" b="23512"/>
          <a:stretch/>
        </p:blipFill>
        <p:spPr>
          <a:xfrm>
            <a:off x="11391926" y="261969"/>
            <a:ext cx="595533" cy="538132"/>
          </a:xfrm>
          <a:prstGeom prst="rect">
            <a:avLst/>
          </a:prstGeom>
        </p:spPr>
      </p:pic>
    </p:spTree>
    <p:extLst>
      <p:ext uri="{BB962C8B-B14F-4D97-AF65-F5344CB8AC3E}">
        <p14:creationId xmlns:p14="http://schemas.microsoft.com/office/powerpoint/2010/main" val="1264474563"/>
      </p:ext>
    </p:extLst>
  </p:cSld>
  <p:clrMapOvr>
    <a:masterClrMapping/>
  </p:clrMapOvr>
  <p:hf hdr="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Three Images">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dirty="0"/>
              <a:t>Click to add title</a:t>
            </a:r>
          </a:p>
        </p:txBody>
      </p:sp>
      <p:sp>
        <p:nvSpPr>
          <p:cNvPr id="3" name="Content Placeholder 2"/>
          <p:cNvSpPr>
            <a:spLocks noGrp="1"/>
          </p:cNvSpPr>
          <p:nvPr>
            <p:ph idx="1" hasCustomPrompt="1"/>
          </p:nvPr>
        </p:nvSpPr>
        <p:spPr>
          <a:xfrm>
            <a:off x="515937" y="4042611"/>
            <a:ext cx="3492501" cy="1907339"/>
          </a:xfrm>
        </p:spPr>
        <p:txBody>
          <a:body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r>
              <a:rPr lang="sv-SE"/>
              <a:t>30 January 2023</a:t>
            </a:r>
            <a:endParaRPr lang="en-US" dirty="0"/>
          </a:p>
        </p:txBody>
      </p:sp>
      <p:sp>
        <p:nvSpPr>
          <p:cNvPr id="5" name="Footer Placeholder 4"/>
          <p:cNvSpPr>
            <a:spLocks noGrp="1"/>
          </p:cNvSpPr>
          <p:nvPr>
            <p:ph type="ftr" sz="quarter" idx="11"/>
          </p:nvPr>
        </p:nvSpPr>
        <p:spPr/>
        <p:txBody>
          <a:bodyPr/>
          <a:lstStyle/>
          <a:p>
            <a:r>
              <a:rPr lang="en-GB"/>
              <a:t>Info class internal Department / Name / Subject</a:t>
            </a:r>
            <a:endParaRPr lang="en-US" dirty="0"/>
          </a:p>
        </p:txBody>
      </p:sp>
      <p:sp>
        <p:nvSpPr>
          <p:cNvPr id="6" name="Slide Number Placeholder 5"/>
          <p:cNvSpPr>
            <a:spLocks noGrp="1"/>
          </p:cNvSpPr>
          <p:nvPr>
            <p:ph type="sldNum" sz="quarter" idx="12"/>
          </p:nvPr>
        </p:nvSpPr>
        <p:spPr/>
        <p:txBody>
          <a:bodyPr/>
          <a:lstStyle/>
          <a:p>
            <a:fld id="{0183C6E6-4335-4428-AB21-BBACF8148F3A}" type="slidenum">
              <a:rPr lang="en-US" smtClean="0"/>
              <a:t>‹#›</a:t>
            </a:fld>
            <a:endParaRPr lang="en-US" dirty="0"/>
          </a:p>
        </p:txBody>
      </p:sp>
      <p:sp>
        <p:nvSpPr>
          <p:cNvPr id="10" name="Picture Placeholder 9"/>
          <p:cNvSpPr>
            <a:spLocks noGrp="1"/>
          </p:cNvSpPr>
          <p:nvPr>
            <p:ph type="pic" sz="quarter" idx="13" hasCustomPrompt="1"/>
          </p:nvPr>
        </p:nvSpPr>
        <p:spPr>
          <a:xfrm>
            <a:off x="512763" y="1773239"/>
            <a:ext cx="3495675" cy="1987490"/>
          </a:xfrm>
          <a:solidFill>
            <a:schemeClr val="accent3"/>
          </a:solidFill>
        </p:spPr>
        <p:txBody>
          <a:bodyPr lIns="360000" rIns="360000" anchor="ctr">
            <a:normAutofit/>
          </a:bodyPr>
          <a:lstStyle>
            <a:lvl1pPr marL="0" indent="0" algn="ctr">
              <a:buNone/>
              <a:defRPr sz="1000"/>
            </a:lvl1pPr>
          </a:lstStyle>
          <a:p>
            <a:r>
              <a:rPr lang="sv-SE" dirty="0"/>
              <a:t>Click to add picture or use an </a:t>
            </a:r>
            <a:r>
              <a:rPr lang="en-US" dirty="0"/>
              <a:t>image from Scania Image Bank</a:t>
            </a:r>
            <a:endParaRPr lang="sv-SE" dirty="0"/>
          </a:p>
        </p:txBody>
      </p:sp>
      <p:sp>
        <p:nvSpPr>
          <p:cNvPr id="12" name="Content Placeholder 2"/>
          <p:cNvSpPr>
            <a:spLocks noGrp="1"/>
          </p:cNvSpPr>
          <p:nvPr>
            <p:ph idx="15" hasCustomPrompt="1"/>
          </p:nvPr>
        </p:nvSpPr>
        <p:spPr>
          <a:xfrm>
            <a:off x="4349748" y="4042611"/>
            <a:ext cx="3492501" cy="1907339"/>
          </a:xfrm>
        </p:spPr>
        <p:txBody>
          <a:body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Picture Placeholder 9"/>
          <p:cNvSpPr>
            <a:spLocks noGrp="1"/>
          </p:cNvSpPr>
          <p:nvPr>
            <p:ph type="pic" sz="quarter" idx="16" hasCustomPrompt="1"/>
          </p:nvPr>
        </p:nvSpPr>
        <p:spPr>
          <a:xfrm>
            <a:off x="4346574" y="1773239"/>
            <a:ext cx="3495675" cy="1987490"/>
          </a:xfrm>
          <a:solidFill>
            <a:schemeClr val="accent3"/>
          </a:solidFill>
        </p:spPr>
        <p:txBody>
          <a:bodyPr lIns="360000" rIns="360000" anchor="ctr">
            <a:normAutofit/>
          </a:bodyPr>
          <a:lstStyle>
            <a:lvl1pPr marL="0" marR="0" indent="0" algn="ctr" defTabSz="914400" rtl="0" eaLnBrk="1" fontAlgn="auto" latinLnBrk="0" hangingPunct="1">
              <a:lnSpc>
                <a:spcPct val="100000"/>
              </a:lnSpc>
              <a:spcBef>
                <a:spcPts val="1500"/>
              </a:spcBef>
              <a:spcAft>
                <a:spcPts val="0"/>
              </a:spcAft>
              <a:buClr>
                <a:schemeClr val="accent1"/>
              </a:buClr>
              <a:buSzTx/>
              <a:buFont typeface="Arial" panose="020B0604020202020204" pitchFamily="34" charset="0"/>
              <a:buNone/>
              <a:tabLst/>
              <a:defRPr sz="1000"/>
            </a:lvl1pPr>
          </a:lstStyle>
          <a:p>
            <a:r>
              <a:rPr lang="sv-SE" dirty="0"/>
              <a:t>Click to add picture or use an </a:t>
            </a:r>
            <a:r>
              <a:rPr lang="en-US" dirty="0"/>
              <a:t>image from Scania Image Bank</a:t>
            </a:r>
            <a:endParaRPr lang="sv-SE" dirty="0"/>
          </a:p>
        </p:txBody>
      </p:sp>
      <p:sp>
        <p:nvSpPr>
          <p:cNvPr id="14" name="Content Placeholder 2"/>
          <p:cNvSpPr>
            <a:spLocks noGrp="1"/>
          </p:cNvSpPr>
          <p:nvPr>
            <p:ph idx="17" hasCustomPrompt="1"/>
          </p:nvPr>
        </p:nvSpPr>
        <p:spPr>
          <a:xfrm>
            <a:off x="8183559" y="4042611"/>
            <a:ext cx="3492501" cy="1907339"/>
          </a:xfrm>
        </p:spPr>
        <p:txBody>
          <a:body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Picture Placeholder 9"/>
          <p:cNvSpPr>
            <a:spLocks noGrp="1"/>
          </p:cNvSpPr>
          <p:nvPr>
            <p:ph type="pic" sz="quarter" idx="18" hasCustomPrompt="1"/>
          </p:nvPr>
        </p:nvSpPr>
        <p:spPr>
          <a:xfrm>
            <a:off x="8180385" y="1773239"/>
            <a:ext cx="3495675" cy="1987490"/>
          </a:xfrm>
          <a:solidFill>
            <a:schemeClr val="accent3"/>
          </a:solidFill>
        </p:spPr>
        <p:txBody>
          <a:bodyPr lIns="360000" rIns="360000" anchor="ctr">
            <a:normAutofit/>
          </a:bodyPr>
          <a:lstStyle>
            <a:lvl1pPr marL="0" marR="0" indent="0" algn="ctr" defTabSz="914400" rtl="0" eaLnBrk="1" fontAlgn="auto" latinLnBrk="0" hangingPunct="1">
              <a:lnSpc>
                <a:spcPct val="100000"/>
              </a:lnSpc>
              <a:spcBef>
                <a:spcPts val="1500"/>
              </a:spcBef>
              <a:spcAft>
                <a:spcPts val="0"/>
              </a:spcAft>
              <a:buClr>
                <a:schemeClr val="accent1"/>
              </a:buClr>
              <a:buSzTx/>
              <a:buFont typeface="Arial" panose="020B0604020202020204" pitchFamily="34" charset="0"/>
              <a:buNone/>
              <a:tabLst/>
              <a:defRPr sz="1000"/>
            </a:lvl1pPr>
          </a:lstStyle>
          <a:p>
            <a:r>
              <a:rPr lang="sv-SE" dirty="0"/>
              <a:t>Click to add picture or use an </a:t>
            </a:r>
            <a:r>
              <a:rPr lang="en-US" dirty="0"/>
              <a:t>image from Scania Image Bank</a:t>
            </a:r>
            <a:endParaRPr lang="sv-SE" dirty="0"/>
          </a:p>
        </p:txBody>
      </p:sp>
      <p:sp>
        <p:nvSpPr>
          <p:cNvPr id="17" name="TextBox 16"/>
          <p:cNvSpPr txBox="1"/>
          <p:nvPr/>
        </p:nvSpPr>
        <p:spPr>
          <a:xfrm>
            <a:off x="0" y="-135898"/>
            <a:ext cx="690895" cy="123111"/>
          </a:xfrm>
          <a:prstGeom prst="rect">
            <a:avLst/>
          </a:prstGeom>
          <a:noFill/>
        </p:spPr>
        <p:txBody>
          <a:bodyPr wrap="none" lIns="0" tIns="0" rIns="0" bIns="0" rtlCol="0">
            <a:spAutoFit/>
          </a:bodyPr>
          <a:lstStyle/>
          <a:p>
            <a:r>
              <a:rPr lang="en-US" sz="800" b="1" dirty="0">
                <a:solidFill>
                  <a:schemeClr val="accent1"/>
                </a:solidFill>
              </a:rPr>
              <a:t>Three Images</a:t>
            </a:r>
          </a:p>
        </p:txBody>
      </p:sp>
      <p:pic>
        <p:nvPicPr>
          <p:cNvPr id="16" name="ScaniaSymbol"/>
          <p:cNvPicPr>
            <a:picLocks noChangeAspect="1"/>
          </p:cNvPicPr>
          <p:nvPr/>
        </p:nvPicPr>
        <p:blipFill rotWithShape="1">
          <a:blip r:embed="rId2">
            <a:extLst>
              <a:ext uri="{28A0092B-C50C-407E-A947-70E740481C1C}">
                <a14:useLocalDpi xmlns:a14="http://schemas.microsoft.com/office/drawing/2010/main" val="0"/>
              </a:ext>
            </a:extLst>
          </a:blip>
          <a:srcRect l="20689" t="22977" r="20094" b="23512"/>
          <a:stretch/>
        </p:blipFill>
        <p:spPr>
          <a:xfrm>
            <a:off x="11391926" y="261969"/>
            <a:ext cx="595533" cy="538132"/>
          </a:xfrm>
          <a:prstGeom prst="rect">
            <a:avLst/>
          </a:prstGeom>
        </p:spPr>
      </p:pic>
    </p:spTree>
    <p:extLst>
      <p:ext uri="{BB962C8B-B14F-4D97-AF65-F5344CB8AC3E}">
        <p14:creationId xmlns:p14="http://schemas.microsoft.com/office/powerpoint/2010/main" val="2908265051"/>
      </p:ext>
    </p:extLst>
  </p:cSld>
  <p:clrMapOvr>
    <a:masterClrMapping/>
  </p:clrMapOvr>
  <p:hf hdr="0"/>
</p:sldLayout>
</file>

<file path=ppt/slideLayouts/slideLayout10.xml><?xml version="1.0" encoding="utf-8"?>
<p:sldLayout xmlns:a="http://schemas.openxmlformats.org/drawingml/2006/main" xmlns:r="http://schemas.openxmlformats.org/officeDocument/2006/relationships" xmlns:p="http://schemas.openxmlformats.org/presentationml/2006/main" type="title" preserve="1">
  <p:cSld name="Chapter Divider - Blue">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515938" y="1120654"/>
            <a:ext cx="10152062" cy="2310064"/>
          </a:xfrm>
        </p:spPr>
        <p:txBody>
          <a:bodyPr anchor="b"/>
          <a:lstStyle>
            <a:lvl1pPr algn="l">
              <a:lnSpc>
                <a:spcPct val="80000"/>
              </a:lnSpc>
              <a:defRPr sz="6000">
                <a:solidFill>
                  <a:schemeClr val="bg1"/>
                </a:solidFill>
                <a:latin typeface="+mj-lt"/>
              </a:defRPr>
            </a:lvl1pPr>
          </a:lstStyle>
          <a:p>
            <a:r>
              <a:rPr lang="en-US" dirty="0"/>
              <a:t>Click to add title</a:t>
            </a:r>
          </a:p>
        </p:txBody>
      </p:sp>
      <p:sp>
        <p:nvSpPr>
          <p:cNvPr id="3" name="Subtitle 2"/>
          <p:cNvSpPr>
            <a:spLocks noGrp="1"/>
          </p:cNvSpPr>
          <p:nvPr>
            <p:ph type="subTitle" idx="1" hasCustomPrompt="1"/>
          </p:nvPr>
        </p:nvSpPr>
        <p:spPr>
          <a:xfrm>
            <a:off x="515939" y="3485722"/>
            <a:ext cx="10152062" cy="1075642"/>
          </a:xfrm>
        </p:spPr>
        <p:txBody>
          <a:bodyPr anchor="t">
            <a:noAutofit/>
          </a:bodyPr>
          <a:lstStyle>
            <a:lvl1pPr marL="0" indent="0" algn="l">
              <a:buNone/>
              <a:defRPr sz="1500">
                <a:solidFill>
                  <a:schemeClr val="bg1"/>
                </a:solidFill>
                <a:latin typeface="Scania Office Headline" panose="00000505000000000000" pitchFamily="2"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text</a:t>
            </a:r>
          </a:p>
        </p:txBody>
      </p:sp>
      <p:sp>
        <p:nvSpPr>
          <p:cNvPr id="6" name="TextBox 5"/>
          <p:cNvSpPr txBox="1"/>
          <p:nvPr/>
        </p:nvSpPr>
        <p:spPr>
          <a:xfrm>
            <a:off x="0" y="-135898"/>
            <a:ext cx="1118896" cy="123111"/>
          </a:xfrm>
          <a:prstGeom prst="rect">
            <a:avLst/>
          </a:prstGeom>
          <a:noFill/>
        </p:spPr>
        <p:txBody>
          <a:bodyPr wrap="none" lIns="0" tIns="0" rIns="0" bIns="0" rtlCol="0">
            <a:spAutoFit/>
          </a:bodyPr>
          <a:lstStyle/>
          <a:p>
            <a:r>
              <a:rPr lang="en-US" sz="800" b="1" dirty="0">
                <a:solidFill>
                  <a:schemeClr val="accent1"/>
                </a:solidFill>
              </a:rPr>
              <a:t>Chapter Divider - Blue</a:t>
            </a:r>
          </a:p>
        </p:txBody>
      </p:sp>
      <p:pic>
        <p:nvPicPr>
          <p:cNvPr id="5" name="ScaniaSymbol"/>
          <p:cNvPicPr>
            <a:picLocks noChangeAspect="1"/>
          </p:cNvPicPr>
          <p:nvPr/>
        </p:nvPicPr>
        <p:blipFill rotWithShape="1">
          <a:blip r:embed="rId2">
            <a:extLst>
              <a:ext uri="{28A0092B-C50C-407E-A947-70E740481C1C}">
                <a14:useLocalDpi xmlns:a14="http://schemas.microsoft.com/office/drawing/2010/main" val="0"/>
              </a:ext>
            </a:extLst>
          </a:blip>
          <a:srcRect l="20689" t="22977" r="20094" b="23512"/>
          <a:stretch/>
        </p:blipFill>
        <p:spPr>
          <a:xfrm>
            <a:off x="11391926" y="261969"/>
            <a:ext cx="595533" cy="538132"/>
          </a:xfrm>
          <a:prstGeom prst="rect">
            <a:avLst/>
          </a:prstGeom>
        </p:spPr>
      </p:pic>
    </p:spTree>
    <p:extLst>
      <p:ext uri="{BB962C8B-B14F-4D97-AF65-F5344CB8AC3E}">
        <p14:creationId xmlns:p14="http://schemas.microsoft.com/office/powerpoint/2010/main" val="1845019660"/>
      </p:ext>
    </p:extLst>
  </p:cSld>
  <p:clrMapOvr>
    <a:masterClrMapping/>
  </p:clrMapOvr>
  <p:hf hdr="0"/>
</p:sldLayout>
</file>

<file path=ppt/slideLayouts/slideLayout11.xml><?xml version="1.0" encoding="utf-8"?>
<p:sldLayout xmlns:a="http://schemas.openxmlformats.org/drawingml/2006/main" xmlns:r="http://schemas.openxmlformats.org/officeDocument/2006/relationships" xmlns:p="http://schemas.openxmlformats.org/presentationml/2006/main" type="title" preserve="1">
  <p:cSld name="Chapter Divider - Grey">
    <p:bg>
      <p:bgPr>
        <a:solidFill>
          <a:srgbClr val="53565A"/>
        </a:soli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515938" y="1120654"/>
            <a:ext cx="10152062" cy="2310064"/>
          </a:xfrm>
        </p:spPr>
        <p:txBody>
          <a:bodyPr anchor="b"/>
          <a:lstStyle>
            <a:lvl1pPr algn="l">
              <a:lnSpc>
                <a:spcPct val="80000"/>
              </a:lnSpc>
              <a:defRPr sz="6000">
                <a:solidFill>
                  <a:schemeClr val="bg1"/>
                </a:solidFill>
                <a:latin typeface="+mj-lt"/>
              </a:defRPr>
            </a:lvl1pPr>
          </a:lstStyle>
          <a:p>
            <a:r>
              <a:rPr lang="en-US" dirty="0"/>
              <a:t>Click to add title</a:t>
            </a:r>
          </a:p>
        </p:txBody>
      </p:sp>
      <p:sp>
        <p:nvSpPr>
          <p:cNvPr id="3" name="Subtitle 2"/>
          <p:cNvSpPr>
            <a:spLocks noGrp="1"/>
          </p:cNvSpPr>
          <p:nvPr>
            <p:ph type="subTitle" idx="1" hasCustomPrompt="1"/>
          </p:nvPr>
        </p:nvSpPr>
        <p:spPr>
          <a:xfrm>
            <a:off x="515939" y="3485722"/>
            <a:ext cx="10152062" cy="1075642"/>
          </a:xfrm>
        </p:spPr>
        <p:txBody>
          <a:bodyPr anchor="t">
            <a:noAutofit/>
          </a:bodyPr>
          <a:lstStyle>
            <a:lvl1pPr marL="0" indent="0" algn="l">
              <a:buNone/>
              <a:defRPr sz="1500">
                <a:solidFill>
                  <a:schemeClr val="bg1"/>
                </a:solidFill>
                <a:latin typeface="Scania Office Headline" panose="00000505000000000000" pitchFamily="2"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text</a:t>
            </a:r>
          </a:p>
        </p:txBody>
      </p:sp>
      <p:sp>
        <p:nvSpPr>
          <p:cNvPr id="6" name="TextBox 5"/>
          <p:cNvSpPr txBox="1"/>
          <p:nvPr/>
        </p:nvSpPr>
        <p:spPr>
          <a:xfrm>
            <a:off x="0" y="-135898"/>
            <a:ext cx="1133324" cy="123111"/>
          </a:xfrm>
          <a:prstGeom prst="rect">
            <a:avLst/>
          </a:prstGeom>
          <a:noFill/>
        </p:spPr>
        <p:txBody>
          <a:bodyPr wrap="none" lIns="0" tIns="0" rIns="0" bIns="0" rtlCol="0">
            <a:spAutoFit/>
          </a:bodyPr>
          <a:lstStyle/>
          <a:p>
            <a:r>
              <a:rPr lang="en-US" sz="800" b="1" dirty="0">
                <a:solidFill>
                  <a:schemeClr val="accent1"/>
                </a:solidFill>
              </a:rPr>
              <a:t>Chapter Divider - Grey</a:t>
            </a:r>
          </a:p>
        </p:txBody>
      </p:sp>
      <p:pic>
        <p:nvPicPr>
          <p:cNvPr id="5" name="ScaniaSymbol"/>
          <p:cNvPicPr>
            <a:picLocks noChangeAspect="1"/>
          </p:cNvPicPr>
          <p:nvPr/>
        </p:nvPicPr>
        <p:blipFill rotWithShape="1">
          <a:blip r:embed="rId2">
            <a:extLst>
              <a:ext uri="{28A0092B-C50C-407E-A947-70E740481C1C}">
                <a14:useLocalDpi xmlns:a14="http://schemas.microsoft.com/office/drawing/2010/main" val="0"/>
              </a:ext>
            </a:extLst>
          </a:blip>
          <a:srcRect l="20689" t="22977" r="20094" b="23512"/>
          <a:stretch/>
        </p:blipFill>
        <p:spPr>
          <a:xfrm>
            <a:off x="11391926" y="261969"/>
            <a:ext cx="595533" cy="538132"/>
          </a:xfrm>
          <a:prstGeom prst="rect">
            <a:avLst/>
          </a:prstGeom>
        </p:spPr>
      </p:pic>
    </p:spTree>
    <p:extLst>
      <p:ext uri="{BB962C8B-B14F-4D97-AF65-F5344CB8AC3E}">
        <p14:creationId xmlns:p14="http://schemas.microsoft.com/office/powerpoint/2010/main" val="560214223"/>
      </p:ext>
    </p:extLst>
  </p:cSld>
  <p:clrMapOvr>
    <a:masterClrMapping/>
  </p:clrMapOvr>
  <p:hf hdr="0"/>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Chapter Divider - Image">
    <p:bg>
      <p:bgPr>
        <a:solidFill>
          <a:srgbClr val="C8C9C7"/>
        </a:solidFill>
        <a:effectLst/>
      </p:bgPr>
    </p:bg>
    <p:spTree>
      <p:nvGrpSpPr>
        <p:cNvPr id="1" name=""/>
        <p:cNvGrpSpPr/>
        <p:nvPr/>
      </p:nvGrpSpPr>
      <p:grpSpPr>
        <a:xfrm>
          <a:off x="0" y="0"/>
          <a:ext cx="0" cy="0"/>
          <a:chOff x="0" y="0"/>
          <a:chExt cx="0" cy="0"/>
        </a:xfrm>
      </p:grpSpPr>
      <p:sp>
        <p:nvSpPr>
          <p:cNvPr id="7" name="Picture Placeholder 4"/>
          <p:cNvSpPr>
            <a:spLocks noGrp="1"/>
          </p:cNvSpPr>
          <p:nvPr>
            <p:ph type="pic" sz="quarter" idx="10" hasCustomPrompt="1"/>
          </p:nvPr>
        </p:nvSpPr>
        <p:spPr>
          <a:xfrm>
            <a:off x="0" y="0"/>
            <a:ext cx="12192000" cy="6858000"/>
          </a:xfrm>
          <a:noFill/>
        </p:spPr>
        <p:txBody>
          <a:bodyPr tIns="180000">
            <a:normAutofit/>
          </a:bodyPr>
          <a:lstStyle>
            <a:lvl1pPr marL="0" indent="0" algn="ctr">
              <a:buNone/>
              <a:defRPr sz="1000" baseline="0"/>
            </a:lvl1pPr>
          </a:lstStyle>
          <a:p>
            <a:r>
              <a:rPr lang="en-US" dirty="0"/>
              <a:t>Select the image Placeholder and use an image from Scania Image Bank</a:t>
            </a:r>
          </a:p>
        </p:txBody>
      </p:sp>
      <p:sp>
        <p:nvSpPr>
          <p:cNvPr id="3" name="Subtitle 2"/>
          <p:cNvSpPr>
            <a:spLocks noGrp="1"/>
          </p:cNvSpPr>
          <p:nvPr>
            <p:ph type="subTitle" idx="1" hasCustomPrompt="1"/>
          </p:nvPr>
        </p:nvSpPr>
        <p:spPr>
          <a:xfrm>
            <a:off x="515939" y="3485722"/>
            <a:ext cx="10152062" cy="1075642"/>
          </a:xfrm>
        </p:spPr>
        <p:txBody>
          <a:bodyPr anchor="t">
            <a:noAutofit/>
          </a:bodyPr>
          <a:lstStyle>
            <a:lvl1pPr marL="0" indent="0" algn="l">
              <a:buNone/>
              <a:defRPr sz="1500">
                <a:solidFill>
                  <a:schemeClr val="bg1"/>
                </a:solidFill>
                <a:latin typeface="Scania Office Headline" panose="00000505000000000000" pitchFamily="2"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text</a:t>
            </a:r>
          </a:p>
        </p:txBody>
      </p:sp>
      <p:sp>
        <p:nvSpPr>
          <p:cNvPr id="2" name="Title 1"/>
          <p:cNvSpPr>
            <a:spLocks noGrp="1"/>
          </p:cNvSpPr>
          <p:nvPr>
            <p:ph type="ctrTitle" hasCustomPrompt="1"/>
          </p:nvPr>
        </p:nvSpPr>
        <p:spPr>
          <a:xfrm>
            <a:off x="515938" y="1120654"/>
            <a:ext cx="10152062" cy="2310064"/>
          </a:xfrm>
        </p:spPr>
        <p:txBody>
          <a:bodyPr anchor="b"/>
          <a:lstStyle>
            <a:lvl1pPr algn="l">
              <a:lnSpc>
                <a:spcPct val="80000"/>
              </a:lnSpc>
              <a:defRPr sz="6000">
                <a:solidFill>
                  <a:schemeClr val="bg1"/>
                </a:solidFill>
                <a:latin typeface="+mj-lt"/>
              </a:defRPr>
            </a:lvl1pPr>
          </a:lstStyle>
          <a:p>
            <a:r>
              <a:rPr lang="en-US" dirty="0"/>
              <a:t>Click to add title</a:t>
            </a:r>
          </a:p>
        </p:txBody>
      </p:sp>
      <p:pic>
        <p:nvPicPr>
          <p:cNvPr id="8" name="ScaniaSymbol"/>
          <p:cNvPicPr>
            <a:picLocks noChangeAspect="1"/>
          </p:cNvPicPr>
          <p:nvPr/>
        </p:nvPicPr>
        <p:blipFill rotWithShape="1">
          <a:blip r:embed="rId2">
            <a:extLst>
              <a:ext uri="{28A0092B-C50C-407E-A947-70E740481C1C}">
                <a14:useLocalDpi xmlns:a14="http://schemas.microsoft.com/office/drawing/2010/main" val="0"/>
              </a:ext>
            </a:extLst>
          </a:blip>
          <a:srcRect l="20689" t="22977" r="20094" b="23512"/>
          <a:stretch/>
        </p:blipFill>
        <p:spPr>
          <a:xfrm>
            <a:off x="11391926" y="261969"/>
            <a:ext cx="595533" cy="538132"/>
          </a:xfrm>
          <a:prstGeom prst="rect">
            <a:avLst/>
          </a:prstGeom>
        </p:spPr>
      </p:pic>
      <p:sp>
        <p:nvSpPr>
          <p:cNvPr id="9" name="TextBox 8"/>
          <p:cNvSpPr txBox="1"/>
          <p:nvPr/>
        </p:nvSpPr>
        <p:spPr>
          <a:xfrm>
            <a:off x="0" y="-135898"/>
            <a:ext cx="1205458" cy="123111"/>
          </a:xfrm>
          <a:prstGeom prst="rect">
            <a:avLst/>
          </a:prstGeom>
          <a:noFill/>
        </p:spPr>
        <p:txBody>
          <a:bodyPr wrap="none" lIns="0" tIns="0" rIns="0" bIns="0" rtlCol="0">
            <a:spAutoFit/>
          </a:bodyPr>
          <a:lstStyle/>
          <a:p>
            <a:r>
              <a:rPr lang="en-US" sz="800" b="1" dirty="0">
                <a:solidFill>
                  <a:schemeClr val="accent1"/>
                </a:solidFill>
              </a:rPr>
              <a:t>Chapter Divider - Image</a:t>
            </a:r>
          </a:p>
        </p:txBody>
      </p:sp>
    </p:spTree>
    <p:extLst>
      <p:ext uri="{BB962C8B-B14F-4D97-AF65-F5344CB8AC3E}">
        <p14:creationId xmlns:p14="http://schemas.microsoft.com/office/powerpoint/2010/main" val="56867878"/>
      </p:ext>
    </p:extLst>
  </p:cSld>
  <p:clrMapOvr>
    <a:masterClrMapping/>
  </p:clrMapOvr>
  <p:hf hdr="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 Blue">
    <p:bg>
      <p:bgPr>
        <a:solidFill>
          <a:schemeClr val="accent1"/>
        </a:solidFill>
        <a:effectLst/>
      </p:bgPr>
    </p:bg>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lvl1pPr>
              <a:defRPr>
                <a:solidFill>
                  <a:schemeClr val="bg1"/>
                </a:solidFill>
              </a:defRPr>
            </a:lvl1pPr>
          </a:lstStyle>
          <a:p>
            <a:r>
              <a:rPr lang="sv-SE"/>
              <a:t>30 January 2023</a:t>
            </a:r>
            <a:endParaRPr lang="en-US" dirty="0"/>
          </a:p>
        </p:txBody>
      </p:sp>
      <p:sp>
        <p:nvSpPr>
          <p:cNvPr id="5" name="Footer Placeholder 4"/>
          <p:cNvSpPr>
            <a:spLocks noGrp="1"/>
          </p:cNvSpPr>
          <p:nvPr>
            <p:ph type="ftr" sz="quarter" idx="11"/>
          </p:nvPr>
        </p:nvSpPr>
        <p:spPr/>
        <p:txBody>
          <a:bodyPr/>
          <a:lstStyle>
            <a:lvl1pPr>
              <a:defRPr>
                <a:solidFill>
                  <a:schemeClr val="bg1"/>
                </a:solidFill>
              </a:defRPr>
            </a:lvl1pPr>
          </a:lstStyle>
          <a:p>
            <a:r>
              <a:rPr lang="en-GB"/>
              <a:t>Info class internal Department / Name / Subject</a:t>
            </a:r>
            <a:endParaRPr lang="en-US" dirty="0"/>
          </a:p>
        </p:txBody>
      </p:sp>
      <p:sp>
        <p:nvSpPr>
          <p:cNvPr id="6" name="Slide Number Placeholder 5"/>
          <p:cNvSpPr>
            <a:spLocks noGrp="1"/>
          </p:cNvSpPr>
          <p:nvPr>
            <p:ph type="sldNum" sz="quarter" idx="12"/>
          </p:nvPr>
        </p:nvSpPr>
        <p:spPr/>
        <p:txBody>
          <a:bodyPr/>
          <a:lstStyle>
            <a:lvl1pPr>
              <a:defRPr>
                <a:solidFill>
                  <a:schemeClr val="bg1"/>
                </a:solidFill>
              </a:defRPr>
            </a:lvl1pPr>
          </a:lstStyle>
          <a:p>
            <a:fld id="{0183C6E6-4335-4428-AB21-BBACF8148F3A}" type="slidenum">
              <a:rPr lang="en-US" smtClean="0"/>
              <a:pPr/>
              <a:t>‹#›</a:t>
            </a:fld>
            <a:endParaRPr lang="en-US" dirty="0"/>
          </a:p>
        </p:txBody>
      </p:sp>
      <p:sp>
        <p:nvSpPr>
          <p:cNvPr id="9" name="Text Placeholder 8"/>
          <p:cNvSpPr>
            <a:spLocks noGrp="1"/>
          </p:cNvSpPr>
          <p:nvPr>
            <p:ph type="body" sz="quarter" idx="13" hasCustomPrompt="1"/>
          </p:nvPr>
        </p:nvSpPr>
        <p:spPr>
          <a:xfrm>
            <a:off x="4008438" y="1412875"/>
            <a:ext cx="4175124" cy="2547233"/>
          </a:xfrm>
        </p:spPr>
        <p:txBody>
          <a:bodyPr anchor="b">
            <a:noAutofit/>
          </a:bodyPr>
          <a:lstStyle>
            <a:lvl1pPr marL="0" indent="0">
              <a:buNone/>
              <a:defRPr sz="2200" baseline="0">
                <a:solidFill>
                  <a:schemeClr val="bg1"/>
                </a:solidFill>
                <a:latin typeface="+mn-lt"/>
              </a:defRPr>
            </a:lvl1pPr>
            <a:lvl2pPr marL="268287" indent="0">
              <a:buNone/>
              <a:defRPr sz="1400"/>
            </a:lvl2pPr>
            <a:lvl3pPr marL="536575" indent="0">
              <a:buNone/>
              <a:defRPr sz="1400"/>
            </a:lvl3pPr>
            <a:lvl4pPr marL="893763" indent="0">
              <a:buNone/>
              <a:defRPr sz="1400"/>
            </a:lvl4pPr>
            <a:lvl5pPr marL="1258887" indent="0">
              <a:buNone/>
              <a:defRPr sz="1400"/>
            </a:lvl5pPr>
          </a:lstStyle>
          <a:p>
            <a:pPr lvl="0"/>
            <a:r>
              <a:rPr lang="en-US" dirty="0"/>
              <a:t>“Click to add quote,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Morbi</a:t>
            </a:r>
            <a:r>
              <a:rPr lang="en-US" dirty="0"/>
              <a:t> </a:t>
            </a:r>
            <a:r>
              <a:rPr lang="en-US" dirty="0" err="1"/>
              <a:t>vulputate</a:t>
            </a:r>
            <a:r>
              <a:rPr lang="en-US" dirty="0"/>
              <a:t> </a:t>
            </a:r>
            <a:r>
              <a:rPr lang="en-US" dirty="0" err="1"/>
              <a:t>orci</a:t>
            </a:r>
            <a:r>
              <a:rPr lang="en-US" dirty="0"/>
              <a:t> id </a:t>
            </a:r>
            <a:r>
              <a:rPr lang="en-US" dirty="0" err="1"/>
              <a:t>purus</a:t>
            </a:r>
            <a:r>
              <a:rPr lang="en-US" dirty="0"/>
              <a:t> </a:t>
            </a:r>
            <a:r>
              <a:rPr lang="en-US" dirty="0" err="1"/>
              <a:t>elementum</a:t>
            </a:r>
            <a:r>
              <a:rPr lang="en-US" dirty="0"/>
              <a:t> </a:t>
            </a:r>
            <a:r>
              <a:rPr lang="en-US" dirty="0" err="1"/>
              <a:t>feugiat</a:t>
            </a:r>
            <a:r>
              <a:rPr lang="en-US" dirty="0"/>
              <a:t>.”</a:t>
            </a:r>
          </a:p>
        </p:txBody>
      </p:sp>
      <p:sp>
        <p:nvSpPr>
          <p:cNvPr id="10" name="Text Placeholder 8"/>
          <p:cNvSpPr>
            <a:spLocks noGrp="1"/>
          </p:cNvSpPr>
          <p:nvPr>
            <p:ph type="body" sz="quarter" idx="14" hasCustomPrompt="1"/>
          </p:nvPr>
        </p:nvSpPr>
        <p:spPr>
          <a:xfrm>
            <a:off x="4008438" y="4118235"/>
            <a:ext cx="4175124" cy="584393"/>
          </a:xfrm>
        </p:spPr>
        <p:txBody>
          <a:bodyPr anchor="t">
            <a:noAutofit/>
          </a:bodyPr>
          <a:lstStyle>
            <a:lvl1pPr marL="0" indent="0">
              <a:spcBef>
                <a:spcPts val="0"/>
              </a:spcBef>
              <a:buNone/>
              <a:defRPr sz="1200">
                <a:solidFill>
                  <a:schemeClr val="bg1"/>
                </a:solidFill>
              </a:defRPr>
            </a:lvl1pPr>
            <a:lvl2pPr marL="268287" indent="0">
              <a:buNone/>
              <a:defRPr sz="1400"/>
            </a:lvl2pPr>
            <a:lvl3pPr marL="536575" indent="0">
              <a:buNone/>
              <a:defRPr sz="1400"/>
            </a:lvl3pPr>
            <a:lvl4pPr marL="893763" indent="0">
              <a:buNone/>
              <a:defRPr sz="1400"/>
            </a:lvl4pPr>
            <a:lvl5pPr marL="1258887" indent="0">
              <a:buNone/>
              <a:defRPr sz="1400"/>
            </a:lvl5pPr>
          </a:lstStyle>
          <a:p>
            <a:pPr lvl="0"/>
            <a:r>
              <a:rPr lang="en-US" dirty="0"/>
              <a:t>Click to add source of quotation</a:t>
            </a:r>
          </a:p>
        </p:txBody>
      </p:sp>
      <p:sp>
        <p:nvSpPr>
          <p:cNvPr id="8" name="TextBox 7"/>
          <p:cNvSpPr txBox="1"/>
          <p:nvPr/>
        </p:nvSpPr>
        <p:spPr>
          <a:xfrm>
            <a:off x="0" y="-135898"/>
            <a:ext cx="631583" cy="123111"/>
          </a:xfrm>
          <a:prstGeom prst="rect">
            <a:avLst/>
          </a:prstGeom>
          <a:noFill/>
        </p:spPr>
        <p:txBody>
          <a:bodyPr wrap="none" lIns="0" tIns="0" rIns="0" bIns="0" rtlCol="0">
            <a:spAutoFit/>
          </a:bodyPr>
          <a:lstStyle/>
          <a:p>
            <a:r>
              <a:rPr lang="en-US" sz="800" b="1" dirty="0">
                <a:solidFill>
                  <a:schemeClr val="accent1"/>
                </a:solidFill>
              </a:rPr>
              <a:t>Quote - Blue</a:t>
            </a:r>
          </a:p>
        </p:txBody>
      </p:sp>
      <p:pic>
        <p:nvPicPr>
          <p:cNvPr id="11" name="ScaniaSymbol"/>
          <p:cNvPicPr>
            <a:picLocks noChangeAspect="1"/>
          </p:cNvPicPr>
          <p:nvPr/>
        </p:nvPicPr>
        <p:blipFill rotWithShape="1">
          <a:blip r:embed="rId2">
            <a:extLst>
              <a:ext uri="{28A0092B-C50C-407E-A947-70E740481C1C}">
                <a14:useLocalDpi xmlns:a14="http://schemas.microsoft.com/office/drawing/2010/main" val="0"/>
              </a:ext>
            </a:extLst>
          </a:blip>
          <a:srcRect l="20689" t="22977" r="20094" b="23512"/>
          <a:stretch/>
        </p:blipFill>
        <p:spPr>
          <a:xfrm>
            <a:off x="11391926" y="261969"/>
            <a:ext cx="595533" cy="538132"/>
          </a:xfrm>
          <a:prstGeom prst="rect">
            <a:avLst/>
          </a:prstGeom>
        </p:spPr>
      </p:pic>
    </p:spTree>
    <p:extLst>
      <p:ext uri="{BB962C8B-B14F-4D97-AF65-F5344CB8AC3E}">
        <p14:creationId xmlns:p14="http://schemas.microsoft.com/office/powerpoint/2010/main" val="2914830952"/>
      </p:ext>
    </p:extLst>
  </p:cSld>
  <p:clrMapOvr>
    <a:masterClrMapping/>
  </p:clrMapOvr>
  <p:hf hdr="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 Grey">
    <p:bg>
      <p:bgPr>
        <a:solidFill>
          <a:srgbClr val="53565A"/>
        </a:solidFill>
        <a:effectLst/>
      </p:bgPr>
    </p:bg>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lvl1pPr>
              <a:defRPr>
                <a:solidFill>
                  <a:schemeClr val="bg1"/>
                </a:solidFill>
              </a:defRPr>
            </a:lvl1pPr>
          </a:lstStyle>
          <a:p>
            <a:r>
              <a:rPr lang="sv-SE"/>
              <a:t>30 January 2023</a:t>
            </a:r>
            <a:endParaRPr lang="en-US" dirty="0"/>
          </a:p>
        </p:txBody>
      </p:sp>
      <p:sp>
        <p:nvSpPr>
          <p:cNvPr id="5" name="Footer Placeholder 4"/>
          <p:cNvSpPr>
            <a:spLocks noGrp="1"/>
          </p:cNvSpPr>
          <p:nvPr>
            <p:ph type="ftr" sz="quarter" idx="11"/>
          </p:nvPr>
        </p:nvSpPr>
        <p:spPr/>
        <p:txBody>
          <a:bodyPr/>
          <a:lstStyle>
            <a:lvl1pPr>
              <a:defRPr>
                <a:solidFill>
                  <a:schemeClr val="bg1"/>
                </a:solidFill>
              </a:defRPr>
            </a:lvl1pPr>
          </a:lstStyle>
          <a:p>
            <a:r>
              <a:rPr lang="en-GB"/>
              <a:t>Info class internal Department / Name / Subject</a:t>
            </a:r>
            <a:endParaRPr lang="en-US" dirty="0"/>
          </a:p>
        </p:txBody>
      </p:sp>
      <p:sp>
        <p:nvSpPr>
          <p:cNvPr id="6" name="Slide Number Placeholder 5"/>
          <p:cNvSpPr>
            <a:spLocks noGrp="1"/>
          </p:cNvSpPr>
          <p:nvPr>
            <p:ph type="sldNum" sz="quarter" idx="12"/>
          </p:nvPr>
        </p:nvSpPr>
        <p:spPr/>
        <p:txBody>
          <a:bodyPr/>
          <a:lstStyle>
            <a:lvl1pPr>
              <a:defRPr>
                <a:solidFill>
                  <a:schemeClr val="bg1"/>
                </a:solidFill>
              </a:defRPr>
            </a:lvl1pPr>
          </a:lstStyle>
          <a:p>
            <a:fld id="{0183C6E6-4335-4428-AB21-BBACF8148F3A}" type="slidenum">
              <a:rPr lang="en-US" smtClean="0"/>
              <a:pPr/>
              <a:t>‹#›</a:t>
            </a:fld>
            <a:endParaRPr lang="en-US" dirty="0"/>
          </a:p>
        </p:txBody>
      </p:sp>
      <p:sp>
        <p:nvSpPr>
          <p:cNvPr id="9" name="Text Placeholder 8"/>
          <p:cNvSpPr>
            <a:spLocks noGrp="1"/>
          </p:cNvSpPr>
          <p:nvPr>
            <p:ph type="body" sz="quarter" idx="13" hasCustomPrompt="1"/>
          </p:nvPr>
        </p:nvSpPr>
        <p:spPr>
          <a:xfrm>
            <a:off x="4008438" y="1412875"/>
            <a:ext cx="4175124" cy="2547233"/>
          </a:xfrm>
        </p:spPr>
        <p:txBody>
          <a:bodyPr anchor="b">
            <a:noAutofit/>
          </a:bodyPr>
          <a:lstStyle>
            <a:lvl1pPr marL="0" indent="0">
              <a:buNone/>
              <a:defRPr sz="2200">
                <a:solidFill>
                  <a:schemeClr val="bg1"/>
                </a:solidFill>
              </a:defRPr>
            </a:lvl1pPr>
            <a:lvl2pPr marL="268287" indent="0">
              <a:buNone/>
              <a:defRPr sz="1400"/>
            </a:lvl2pPr>
            <a:lvl3pPr marL="536575" indent="0">
              <a:buNone/>
              <a:defRPr sz="1400"/>
            </a:lvl3pPr>
            <a:lvl4pPr marL="893763" indent="0">
              <a:buNone/>
              <a:defRPr sz="1400"/>
            </a:lvl4pPr>
            <a:lvl5pPr marL="1258887" indent="0">
              <a:buNone/>
              <a:defRPr sz="1400"/>
            </a:lvl5pPr>
          </a:lstStyle>
          <a:p>
            <a:pPr lvl="0"/>
            <a:r>
              <a:rPr lang="en-US" dirty="0"/>
              <a:t>“Click to add quote,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Morbi</a:t>
            </a:r>
            <a:r>
              <a:rPr lang="en-US" dirty="0"/>
              <a:t> </a:t>
            </a:r>
            <a:r>
              <a:rPr lang="en-US" dirty="0" err="1"/>
              <a:t>vulputate</a:t>
            </a:r>
            <a:r>
              <a:rPr lang="en-US" dirty="0"/>
              <a:t> </a:t>
            </a:r>
            <a:r>
              <a:rPr lang="en-US" dirty="0" err="1"/>
              <a:t>orci</a:t>
            </a:r>
            <a:r>
              <a:rPr lang="en-US" dirty="0"/>
              <a:t> id </a:t>
            </a:r>
            <a:r>
              <a:rPr lang="en-US" dirty="0" err="1"/>
              <a:t>purus</a:t>
            </a:r>
            <a:r>
              <a:rPr lang="en-US" dirty="0"/>
              <a:t> </a:t>
            </a:r>
            <a:r>
              <a:rPr lang="en-US" dirty="0" err="1"/>
              <a:t>elementum</a:t>
            </a:r>
            <a:r>
              <a:rPr lang="en-US" dirty="0"/>
              <a:t> </a:t>
            </a:r>
            <a:r>
              <a:rPr lang="en-US" dirty="0" err="1"/>
              <a:t>feugiat</a:t>
            </a:r>
            <a:r>
              <a:rPr lang="en-US" dirty="0"/>
              <a:t>.”</a:t>
            </a:r>
          </a:p>
        </p:txBody>
      </p:sp>
      <p:sp>
        <p:nvSpPr>
          <p:cNvPr id="10" name="Text Placeholder 8"/>
          <p:cNvSpPr>
            <a:spLocks noGrp="1"/>
          </p:cNvSpPr>
          <p:nvPr>
            <p:ph type="body" sz="quarter" idx="14" hasCustomPrompt="1"/>
          </p:nvPr>
        </p:nvSpPr>
        <p:spPr>
          <a:xfrm>
            <a:off x="4008438" y="4118235"/>
            <a:ext cx="4175124" cy="584393"/>
          </a:xfrm>
        </p:spPr>
        <p:txBody>
          <a:bodyPr anchor="t">
            <a:noAutofit/>
          </a:bodyPr>
          <a:lstStyle>
            <a:lvl1pPr marL="0" indent="0">
              <a:spcBef>
                <a:spcPts val="0"/>
              </a:spcBef>
              <a:buNone/>
              <a:defRPr sz="1200">
                <a:solidFill>
                  <a:schemeClr val="bg1"/>
                </a:solidFill>
              </a:defRPr>
            </a:lvl1pPr>
            <a:lvl2pPr marL="268287" indent="0">
              <a:buNone/>
              <a:defRPr sz="1400"/>
            </a:lvl2pPr>
            <a:lvl3pPr marL="536575" indent="0">
              <a:buNone/>
              <a:defRPr sz="1400"/>
            </a:lvl3pPr>
            <a:lvl4pPr marL="893763" indent="0">
              <a:buNone/>
              <a:defRPr sz="1400"/>
            </a:lvl4pPr>
            <a:lvl5pPr marL="1258887" indent="0">
              <a:buNone/>
              <a:defRPr sz="1400"/>
            </a:lvl5pPr>
          </a:lstStyle>
          <a:p>
            <a:pPr lvl="0"/>
            <a:r>
              <a:rPr lang="en-US" dirty="0"/>
              <a:t>Click to add source of quotation</a:t>
            </a:r>
          </a:p>
        </p:txBody>
      </p:sp>
      <p:sp>
        <p:nvSpPr>
          <p:cNvPr id="8" name="TextBox 7"/>
          <p:cNvSpPr txBox="1"/>
          <p:nvPr/>
        </p:nvSpPr>
        <p:spPr>
          <a:xfrm>
            <a:off x="0" y="-135898"/>
            <a:ext cx="646011" cy="123111"/>
          </a:xfrm>
          <a:prstGeom prst="rect">
            <a:avLst/>
          </a:prstGeom>
          <a:noFill/>
        </p:spPr>
        <p:txBody>
          <a:bodyPr wrap="none" lIns="0" tIns="0" rIns="0" bIns="0" rtlCol="0">
            <a:spAutoFit/>
          </a:bodyPr>
          <a:lstStyle/>
          <a:p>
            <a:r>
              <a:rPr lang="en-US" sz="800" b="1" dirty="0">
                <a:solidFill>
                  <a:schemeClr val="accent1"/>
                </a:solidFill>
              </a:rPr>
              <a:t>Quote - Grey</a:t>
            </a:r>
          </a:p>
        </p:txBody>
      </p:sp>
      <p:pic>
        <p:nvPicPr>
          <p:cNvPr id="11" name="ScaniaSymbol"/>
          <p:cNvPicPr>
            <a:picLocks noChangeAspect="1"/>
          </p:cNvPicPr>
          <p:nvPr/>
        </p:nvPicPr>
        <p:blipFill rotWithShape="1">
          <a:blip r:embed="rId2">
            <a:extLst>
              <a:ext uri="{28A0092B-C50C-407E-A947-70E740481C1C}">
                <a14:useLocalDpi xmlns:a14="http://schemas.microsoft.com/office/drawing/2010/main" val="0"/>
              </a:ext>
            </a:extLst>
          </a:blip>
          <a:srcRect l="20689" t="22977" r="20094" b="23512"/>
          <a:stretch/>
        </p:blipFill>
        <p:spPr>
          <a:xfrm>
            <a:off x="11391926" y="261969"/>
            <a:ext cx="595533" cy="538132"/>
          </a:xfrm>
          <a:prstGeom prst="rect">
            <a:avLst/>
          </a:prstGeom>
        </p:spPr>
      </p:pic>
    </p:spTree>
    <p:extLst>
      <p:ext uri="{BB962C8B-B14F-4D97-AF65-F5344CB8AC3E}">
        <p14:creationId xmlns:p14="http://schemas.microsoft.com/office/powerpoint/2010/main" val="1951659772"/>
      </p:ext>
    </p:extLst>
  </p:cSld>
  <p:clrMapOvr>
    <a:masterClrMapping/>
  </p:clrMapOvr>
  <p:hf hdr="0"/>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p:cSld name="Quote - Image">
    <p:bg>
      <p:bgPr>
        <a:solidFill>
          <a:schemeClr val="accent3"/>
        </a:solidFill>
        <a:effectLst/>
      </p:bgPr>
    </p:bg>
    <p:spTree>
      <p:nvGrpSpPr>
        <p:cNvPr id="1" name=""/>
        <p:cNvGrpSpPr/>
        <p:nvPr/>
      </p:nvGrpSpPr>
      <p:grpSpPr>
        <a:xfrm>
          <a:off x="0" y="0"/>
          <a:ext cx="0" cy="0"/>
          <a:chOff x="0" y="0"/>
          <a:chExt cx="0" cy="0"/>
        </a:xfrm>
      </p:grpSpPr>
      <p:sp>
        <p:nvSpPr>
          <p:cNvPr id="7" name="Picture Placeholder 4"/>
          <p:cNvSpPr>
            <a:spLocks noGrp="1"/>
          </p:cNvSpPr>
          <p:nvPr>
            <p:ph type="pic" sz="quarter" idx="15" hasCustomPrompt="1"/>
          </p:nvPr>
        </p:nvSpPr>
        <p:spPr>
          <a:xfrm>
            <a:off x="0" y="0"/>
            <a:ext cx="12192000" cy="6858000"/>
          </a:xfrm>
          <a:noFill/>
        </p:spPr>
        <p:txBody>
          <a:bodyPr tIns="180000">
            <a:normAutofit/>
          </a:bodyPr>
          <a:lstStyle>
            <a:lvl1pPr marL="0" indent="0" algn="ctr">
              <a:buNone/>
              <a:defRPr sz="1000" baseline="0">
                <a:solidFill>
                  <a:schemeClr val="bg1"/>
                </a:solidFill>
              </a:defRPr>
            </a:lvl1pPr>
          </a:lstStyle>
          <a:p>
            <a:r>
              <a:rPr lang="en-US" dirty="0"/>
              <a:t>Select the image Placeholder and use an image from Scania Image Bank</a:t>
            </a:r>
          </a:p>
        </p:txBody>
      </p:sp>
      <p:sp>
        <p:nvSpPr>
          <p:cNvPr id="4" name="Date Placeholder 3"/>
          <p:cNvSpPr>
            <a:spLocks noGrp="1"/>
          </p:cNvSpPr>
          <p:nvPr>
            <p:ph type="dt" sz="half" idx="10"/>
          </p:nvPr>
        </p:nvSpPr>
        <p:spPr/>
        <p:txBody>
          <a:bodyPr/>
          <a:lstStyle>
            <a:lvl1pPr>
              <a:defRPr>
                <a:solidFill>
                  <a:schemeClr val="bg1"/>
                </a:solidFill>
              </a:defRPr>
            </a:lvl1pPr>
          </a:lstStyle>
          <a:p>
            <a:r>
              <a:rPr lang="sv-SE"/>
              <a:t>30 January 2023</a:t>
            </a:r>
            <a:endParaRPr lang="en-US" dirty="0"/>
          </a:p>
        </p:txBody>
      </p:sp>
      <p:sp>
        <p:nvSpPr>
          <p:cNvPr id="5" name="Footer Placeholder 4"/>
          <p:cNvSpPr>
            <a:spLocks noGrp="1"/>
          </p:cNvSpPr>
          <p:nvPr>
            <p:ph type="ftr" sz="quarter" idx="11"/>
          </p:nvPr>
        </p:nvSpPr>
        <p:spPr/>
        <p:txBody>
          <a:bodyPr/>
          <a:lstStyle>
            <a:lvl1pPr>
              <a:defRPr>
                <a:solidFill>
                  <a:schemeClr val="bg1"/>
                </a:solidFill>
              </a:defRPr>
            </a:lvl1pPr>
          </a:lstStyle>
          <a:p>
            <a:r>
              <a:rPr lang="en-GB"/>
              <a:t>Info class internal Department / Name / Subject</a:t>
            </a:r>
            <a:endParaRPr lang="en-US" dirty="0"/>
          </a:p>
        </p:txBody>
      </p:sp>
      <p:sp>
        <p:nvSpPr>
          <p:cNvPr id="6" name="Slide Number Placeholder 5"/>
          <p:cNvSpPr>
            <a:spLocks noGrp="1"/>
          </p:cNvSpPr>
          <p:nvPr>
            <p:ph type="sldNum" sz="quarter" idx="12"/>
          </p:nvPr>
        </p:nvSpPr>
        <p:spPr/>
        <p:txBody>
          <a:bodyPr/>
          <a:lstStyle>
            <a:lvl1pPr>
              <a:defRPr>
                <a:solidFill>
                  <a:schemeClr val="bg1"/>
                </a:solidFill>
              </a:defRPr>
            </a:lvl1pPr>
          </a:lstStyle>
          <a:p>
            <a:fld id="{0183C6E6-4335-4428-AB21-BBACF8148F3A}" type="slidenum">
              <a:rPr lang="en-US" smtClean="0"/>
              <a:pPr/>
              <a:t>‹#›</a:t>
            </a:fld>
            <a:endParaRPr lang="en-US" dirty="0"/>
          </a:p>
        </p:txBody>
      </p:sp>
      <p:sp>
        <p:nvSpPr>
          <p:cNvPr id="9" name="Text Placeholder 8"/>
          <p:cNvSpPr>
            <a:spLocks noGrp="1"/>
          </p:cNvSpPr>
          <p:nvPr>
            <p:ph type="body" sz="quarter" idx="13" hasCustomPrompt="1"/>
          </p:nvPr>
        </p:nvSpPr>
        <p:spPr>
          <a:xfrm>
            <a:off x="4008438" y="1412875"/>
            <a:ext cx="4175124" cy="2547233"/>
          </a:xfrm>
        </p:spPr>
        <p:txBody>
          <a:bodyPr anchor="b">
            <a:noAutofit/>
          </a:bodyPr>
          <a:lstStyle>
            <a:lvl1pPr marL="0" indent="0">
              <a:buNone/>
              <a:defRPr sz="2200">
                <a:solidFill>
                  <a:schemeClr val="bg1"/>
                </a:solidFill>
              </a:defRPr>
            </a:lvl1pPr>
            <a:lvl2pPr marL="268287" indent="0">
              <a:buNone/>
              <a:defRPr sz="1400"/>
            </a:lvl2pPr>
            <a:lvl3pPr marL="536575" indent="0">
              <a:buNone/>
              <a:defRPr sz="1400"/>
            </a:lvl3pPr>
            <a:lvl4pPr marL="893763" indent="0">
              <a:buNone/>
              <a:defRPr sz="1400"/>
            </a:lvl4pPr>
            <a:lvl5pPr marL="1258887" indent="0">
              <a:buNone/>
              <a:defRPr sz="1400"/>
            </a:lvl5pPr>
          </a:lstStyle>
          <a:p>
            <a:pPr lvl="0"/>
            <a:r>
              <a:rPr lang="en-US" dirty="0"/>
              <a:t>“Click to add quote,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Morbi</a:t>
            </a:r>
            <a:r>
              <a:rPr lang="en-US" dirty="0"/>
              <a:t> </a:t>
            </a:r>
            <a:r>
              <a:rPr lang="en-US" dirty="0" err="1"/>
              <a:t>vulputate</a:t>
            </a:r>
            <a:r>
              <a:rPr lang="en-US" dirty="0"/>
              <a:t> </a:t>
            </a:r>
            <a:r>
              <a:rPr lang="en-US" dirty="0" err="1"/>
              <a:t>orci</a:t>
            </a:r>
            <a:r>
              <a:rPr lang="en-US" dirty="0"/>
              <a:t> id </a:t>
            </a:r>
            <a:r>
              <a:rPr lang="en-US" dirty="0" err="1"/>
              <a:t>purus</a:t>
            </a:r>
            <a:r>
              <a:rPr lang="en-US" dirty="0"/>
              <a:t> </a:t>
            </a:r>
            <a:r>
              <a:rPr lang="en-US" dirty="0" err="1"/>
              <a:t>elementum</a:t>
            </a:r>
            <a:r>
              <a:rPr lang="en-US" dirty="0"/>
              <a:t> </a:t>
            </a:r>
            <a:r>
              <a:rPr lang="en-US" dirty="0" err="1"/>
              <a:t>feugiat</a:t>
            </a:r>
            <a:r>
              <a:rPr lang="en-US" dirty="0"/>
              <a:t>.”</a:t>
            </a:r>
          </a:p>
        </p:txBody>
      </p:sp>
      <p:sp>
        <p:nvSpPr>
          <p:cNvPr id="10" name="Text Placeholder 8"/>
          <p:cNvSpPr>
            <a:spLocks noGrp="1"/>
          </p:cNvSpPr>
          <p:nvPr>
            <p:ph type="body" sz="quarter" idx="14" hasCustomPrompt="1"/>
          </p:nvPr>
        </p:nvSpPr>
        <p:spPr>
          <a:xfrm>
            <a:off x="4008438" y="4118235"/>
            <a:ext cx="4175124" cy="584393"/>
          </a:xfrm>
        </p:spPr>
        <p:txBody>
          <a:bodyPr anchor="t">
            <a:noAutofit/>
          </a:bodyPr>
          <a:lstStyle>
            <a:lvl1pPr marL="0" indent="0">
              <a:spcBef>
                <a:spcPts val="0"/>
              </a:spcBef>
              <a:buNone/>
              <a:defRPr sz="1200">
                <a:solidFill>
                  <a:schemeClr val="bg1"/>
                </a:solidFill>
              </a:defRPr>
            </a:lvl1pPr>
            <a:lvl2pPr marL="268287" indent="0">
              <a:buNone/>
              <a:defRPr sz="1400"/>
            </a:lvl2pPr>
            <a:lvl3pPr marL="536575" indent="0">
              <a:buNone/>
              <a:defRPr sz="1400"/>
            </a:lvl3pPr>
            <a:lvl4pPr marL="893763" indent="0">
              <a:buNone/>
              <a:defRPr sz="1400"/>
            </a:lvl4pPr>
            <a:lvl5pPr marL="1258887" indent="0">
              <a:buNone/>
              <a:defRPr sz="1400"/>
            </a:lvl5pPr>
          </a:lstStyle>
          <a:p>
            <a:pPr lvl="0"/>
            <a:r>
              <a:rPr lang="en-US" dirty="0"/>
              <a:t>Click to add source of quotation</a:t>
            </a:r>
          </a:p>
        </p:txBody>
      </p:sp>
      <p:pic>
        <p:nvPicPr>
          <p:cNvPr id="11" name="ScaniaSymbol"/>
          <p:cNvPicPr>
            <a:picLocks noChangeAspect="1"/>
          </p:cNvPicPr>
          <p:nvPr/>
        </p:nvPicPr>
        <p:blipFill rotWithShape="1">
          <a:blip r:embed="rId2">
            <a:extLst>
              <a:ext uri="{28A0092B-C50C-407E-A947-70E740481C1C}">
                <a14:useLocalDpi xmlns:a14="http://schemas.microsoft.com/office/drawing/2010/main" val="0"/>
              </a:ext>
            </a:extLst>
          </a:blip>
          <a:srcRect l="20689" t="22977" r="20094" b="23512"/>
          <a:stretch/>
        </p:blipFill>
        <p:spPr>
          <a:xfrm>
            <a:off x="11391926" y="261969"/>
            <a:ext cx="595533" cy="538132"/>
          </a:xfrm>
          <a:prstGeom prst="rect">
            <a:avLst/>
          </a:prstGeom>
        </p:spPr>
      </p:pic>
      <p:sp>
        <p:nvSpPr>
          <p:cNvPr id="12" name="TextBox 11"/>
          <p:cNvSpPr txBox="1"/>
          <p:nvPr/>
        </p:nvSpPr>
        <p:spPr>
          <a:xfrm>
            <a:off x="0" y="-135898"/>
            <a:ext cx="718145" cy="123111"/>
          </a:xfrm>
          <a:prstGeom prst="rect">
            <a:avLst/>
          </a:prstGeom>
          <a:noFill/>
        </p:spPr>
        <p:txBody>
          <a:bodyPr wrap="none" lIns="0" tIns="0" rIns="0" bIns="0" rtlCol="0">
            <a:spAutoFit/>
          </a:bodyPr>
          <a:lstStyle/>
          <a:p>
            <a:r>
              <a:rPr lang="en-US" sz="800" b="1" dirty="0">
                <a:solidFill>
                  <a:schemeClr val="accent1"/>
                </a:solidFill>
              </a:rPr>
              <a:t>Quote - Image</a:t>
            </a:r>
          </a:p>
        </p:txBody>
      </p:sp>
    </p:spTree>
    <p:extLst>
      <p:ext uri="{BB962C8B-B14F-4D97-AF65-F5344CB8AC3E}">
        <p14:creationId xmlns:p14="http://schemas.microsoft.com/office/powerpoint/2010/main" val="3094100457"/>
      </p:ext>
    </p:extLst>
  </p:cSld>
  <p:clrMapOvr>
    <a:masterClrMapping/>
  </p:clrMapOvr>
  <p:hf hdr="0"/>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Last Page - Blue">
    <p:bg>
      <p:bgPr>
        <a:solidFill>
          <a:schemeClr val="accent1"/>
        </a:solidFill>
        <a:effectLst/>
      </p:bgPr>
    </p:bg>
    <p:spTree>
      <p:nvGrpSpPr>
        <p:cNvPr id="1" name=""/>
        <p:cNvGrpSpPr/>
        <p:nvPr/>
      </p:nvGrpSpPr>
      <p:grpSpPr>
        <a:xfrm>
          <a:off x="0" y="0"/>
          <a:ext cx="0" cy="0"/>
          <a:chOff x="0" y="0"/>
          <a:chExt cx="0" cy="0"/>
        </a:xfrm>
      </p:grpSpPr>
      <p:sp>
        <p:nvSpPr>
          <p:cNvPr id="9" name="Text Placeholder 8"/>
          <p:cNvSpPr>
            <a:spLocks noGrp="1"/>
          </p:cNvSpPr>
          <p:nvPr>
            <p:ph type="body" sz="quarter" idx="13" hasCustomPrompt="1"/>
          </p:nvPr>
        </p:nvSpPr>
        <p:spPr>
          <a:xfrm>
            <a:off x="515938" y="4743880"/>
            <a:ext cx="4175124" cy="586096"/>
          </a:xfrm>
        </p:spPr>
        <p:txBody>
          <a:bodyPr anchor="b">
            <a:noAutofit/>
          </a:bodyPr>
          <a:lstStyle>
            <a:lvl1pPr marL="0" indent="0">
              <a:spcBef>
                <a:spcPts val="0"/>
              </a:spcBef>
              <a:buNone/>
              <a:defRPr sz="1200" b="0" baseline="0">
                <a:solidFill>
                  <a:schemeClr val="bg1"/>
                </a:solidFill>
                <a:latin typeface="Scania Office Bold" panose="00000800000000000000" pitchFamily="2" charset="0"/>
              </a:defRPr>
            </a:lvl1pPr>
            <a:lvl2pPr marL="268287" indent="0">
              <a:buNone/>
              <a:defRPr sz="1400"/>
            </a:lvl2pPr>
            <a:lvl3pPr marL="536575" indent="0">
              <a:buNone/>
              <a:defRPr sz="1400"/>
            </a:lvl3pPr>
            <a:lvl4pPr marL="893763" indent="0">
              <a:buNone/>
              <a:defRPr sz="1400"/>
            </a:lvl4pPr>
            <a:lvl5pPr marL="1258887" indent="0">
              <a:buNone/>
              <a:defRPr sz="1400"/>
            </a:lvl5pPr>
          </a:lstStyle>
          <a:p>
            <a:pPr lvl="0"/>
            <a:r>
              <a:rPr lang="en-US" dirty="0"/>
              <a:t>Click to add your name</a:t>
            </a:r>
          </a:p>
        </p:txBody>
      </p:sp>
      <p:sp>
        <p:nvSpPr>
          <p:cNvPr id="10" name="Text Placeholder 8"/>
          <p:cNvSpPr>
            <a:spLocks noGrp="1"/>
          </p:cNvSpPr>
          <p:nvPr>
            <p:ph type="body" sz="quarter" idx="14" hasCustomPrompt="1"/>
          </p:nvPr>
        </p:nvSpPr>
        <p:spPr>
          <a:xfrm>
            <a:off x="515938" y="5344932"/>
            <a:ext cx="4175124" cy="1049676"/>
          </a:xfrm>
        </p:spPr>
        <p:txBody>
          <a:bodyPr anchor="t">
            <a:noAutofit/>
          </a:bodyPr>
          <a:lstStyle>
            <a:lvl1pPr marL="0" indent="0">
              <a:spcBef>
                <a:spcPts val="0"/>
              </a:spcBef>
              <a:buNone/>
              <a:defRPr sz="1000" baseline="0">
                <a:solidFill>
                  <a:schemeClr val="bg1"/>
                </a:solidFill>
              </a:defRPr>
            </a:lvl1pPr>
            <a:lvl2pPr marL="268287" indent="0">
              <a:buNone/>
              <a:defRPr sz="1400"/>
            </a:lvl2pPr>
            <a:lvl3pPr marL="536575" indent="0">
              <a:buNone/>
              <a:defRPr sz="1400"/>
            </a:lvl3pPr>
            <a:lvl4pPr marL="893763" indent="0">
              <a:buNone/>
              <a:defRPr sz="1400"/>
            </a:lvl4pPr>
            <a:lvl5pPr marL="1258887" indent="0">
              <a:buNone/>
              <a:defRPr sz="1400"/>
            </a:lvl5pPr>
          </a:lstStyle>
          <a:p>
            <a:pPr lvl="0"/>
            <a:r>
              <a:rPr lang="en-US" dirty="0"/>
              <a:t>Click to add Company name, Title, Department, Phone number,</a:t>
            </a:r>
            <a:br>
              <a:rPr lang="en-US" dirty="0"/>
            </a:br>
            <a:r>
              <a:rPr lang="en-US" dirty="0"/>
              <a:t>E-mail address, Web address</a:t>
            </a:r>
          </a:p>
        </p:txBody>
      </p:sp>
      <p:sp>
        <p:nvSpPr>
          <p:cNvPr id="6" name="ScaniaWordmark"/>
          <p:cNvSpPr>
            <a:spLocks noEditPoints="1"/>
          </p:cNvSpPr>
          <p:nvPr/>
        </p:nvSpPr>
        <p:spPr bwMode="auto">
          <a:xfrm>
            <a:off x="9852144" y="6215608"/>
            <a:ext cx="2026167" cy="343475"/>
          </a:xfrm>
          <a:custGeom>
            <a:avLst/>
            <a:gdLst>
              <a:gd name="T0" fmla="*/ 287 w 676"/>
              <a:gd name="T1" fmla="*/ 65 h 112"/>
              <a:gd name="T2" fmla="*/ 316 w 676"/>
              <a:gd name="T3" fmla="*/ 65 h 112"/>
              <a:gd name="T4" fmla="*/ 493 w 676"/>
              <a:gd name="T5" fmla="*/ 107 h 112"/>
              <a:gd name="T6" fmla="*/ 455 w 676"/>
              <a:gd name="T7" fmla="*/ 4 h 112"/>
              <a:gd name="T8" fmla="*/ 414 w 676"/>
              <a:gd name="T9" fmla="*/ 4 h 112"/>
              <a:gd name="T10" fmla="*/ 365 w 676"/>
              <a:gd name="T11" fmla="*/ 88 h 112"/>
              <a:gd name="T12" fmla="*/ 271 w 676"/>
              <a:gd name="T13" fmla="*/ 4 h 112"/>
              <a:gd name="T14" fmla="*/ 209 w 676"/>
              <a:gd name="T15" fmla="*/ 65 h 112"/>
              <a:gd name="T16" fmla="*/ 166 w 676"/>
              <a:gd name="T17" fmla="*/ 56 h 112"/>
              <a:gd name="T18" fmla="*/ 209 w 676"/>
              <a:gd name="T19" fmla="*/ 44 h 112"/>
              <a:gd name="T20" fmla="*/ 251 w 676"/>
              <a:gd name="T21" fmla="*/ 41 h 112"/>
              <a:gd name="T22" fmla="*/ 125 w 676"/>
              <a:gd name="T23" fmla="*/ 56 h 112"/>
              <a:gd name="T24" fmla="*/ 90 w 676"/>
              <a:gd name="T25" fmla="*/ 44 h 112"/>
              <a:gd name="T26" fmla="*/ 46 w 676"/>
              <a:gd name="T27" fmla="*/ 33 h 112"/>
              <a:gd name="T28" fmla="*/ 80 w 676"/>
              <a:gd name="T29" fmla="*/ 36 h 112"/>
              <a:gd name="T30" fmla="*/ 123 w 676"/>
              <a:gd name="T31" fmla="*/ 34 h 112"/>
              <a:gd name="T32" fmla="*/ 3 w 676"/>
              <a:gd name="T33" fmla="*/ 36 h 112"/>
              <a:gd name="T34" fmla="*/ 70 w 676"/>
              <a:gd name="T35" fmla="*/ 70 h 112"/>
              <a:gd name="T36" fmla="*/ 66 w 676"/>
              <a:gd name="T37" fmla="*/ 87 h 112"/>
              <a:gd name="T38" fmla="*/ 0 w 676"/>
              <a:gd name="T39" fmla="*/ 73 h 112"/>
              <a:gd name="T40" fmla="*/ 64 w 676"/>
              <a:gd name="T41" fmla="*/ 111 h 112"/>
              <a:gd name="T42" fmla="*/ 188 w 676"/>
              <a:gd name="T43" fmla="*/ 112 h 112"/>
              <a:gd name="T44" fmla="*/ 231 w 676"/>
              <a:gd name="T45" fmla="*/ 107 h 112"/>
              <a:gd name="T46" fmla="*/ 277 w 676"/>
              <a:gd name="T47" fmla="*/ 92 h 112"/>
              <a:gd name="T48" fmla="*/ 332 w 676"/>
              <a:gd name="T49" fmla="*/ 107 h 112"/>
              <a:gd name="T50" fmla="*/ 373 w 676"/>
              <a:gd name="T51" fmla="*/ 107 h 112"/>
              <a:gd name="T52" fmla="*/ 404 w 676"/>
              <a:gd name="T53" fmla="*/ 48 h 112"/>
              <a:gd name="T54" fmla="*/ 619 w 676"/>
              <a:gd name="T55" fmla="*/ 65 h 112"/>
              <a:gd name="T56" fmla="*/ 605 w 676"/>
              <a:gd name="T57" fmla="*/ 28 h 112"/>
              <a:gd name="T58" fmla="*/ 676 w 676"/>
              <a:gd name="T59" fmla="*/ 107 h 112"/>
              <a:gd name="T60" fmla="*/ 574 w 676"/>
              <a:gd name="T61" fmla="*/ 4 h 112"/>
              <a:gd name="T62" fmla="*/ 542 w 676"/>
              <a:gd name="T63" fmla="*/ 4 h 112"/>
              <a:gd name="T64" fmla="*/ 503 w 676"/>
              <a:gd name="T65" fmla="*/ 107 h 112"/>
              <a:gd name="T66" fmla="*/ 542 w 676"/>
              <a:gd name="T67" fmla="*/ 107 h 112"/>
              <a:gd name="T68" fmla="*/ 580 w 676"/>
              <a:gd name="T69" fmla="*/ 92 h 112"/>
              <a:gd name="T70" fmla="*/ 635 w 676"/>
              <a:gd name="T71" fmla="*/ 107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676" h="112">
                <a:moveTo>
                  <a:pt x="316" y="65"/>
                </a:moveTo>
                <a:cubicBezTo>
                  <a:pt x="287" y="65"/>
                  <a:pt x="287" y="65"/>
                  <a:pt x="287" y="65"/>
                </a:cubicBezTo>
                <a:cubicBezTo>
                  <a:pt x="302" y="28"/>
                  <a:pt x="302" y="28"/>
                  <a:pt x="302" y="28"/>
                </a:cubicBezTo>
                <a:lnTo>
                  <a:pt x="316" y="65"/>
                </a:lnTo>
                <a:close/>
                <a:moveTo>
                  <a:pt x="448" y="107"/>
                </a:moveTo>
                <a:cubicBezTo>
                  <a:pt x="493" y="107"/>
                  <a:pt x="493" y="107"/>
                  <a:pt x="493" y="107"/>
                </a:cubicBezTo>
                <a:cubicBezTo>
                  <a:pt x="493" y="4"/>
                  <a:pt x="493" y="4"/>
                  <a:pt x="493" y="4"/>
                </a:cubicBezTo>
                <a:cubicBezTo>
                  <a:pt x="455" y="4"/>
                  <a:pt x="455" y="4"/>
                  <a:pt x="455" y="4"/>
                </a:cubicBezTo>
                <a:cubicBezTo>
                  <a:pt x="455" y="58"/>
                  <a:pt x="455" y="58"/>
                  <a:pt x="455" y="58"/>
                </a:cubicBezTo>
                <a:cubicBezTo>
                  <a:pt x="414" y="4"/>
                  <a:pt x="414" y="4"/>
                  <a:pt x="414" y="4"/>
                </a:cubicBezTo>
                <a:cubicBezTo>
                  <a:pt x="365" y="4"/>
                  <a:pt x="365" y="4"/>
                  <a:pt x="365" y="4"/>
                </a:cubicBezTo>
                <a:cubicBezTo>
                  <a:pt x="365" y="88"/>
                  <a:pt x="365" y="88"/>
                  <a:pt x="365" y="88"/>
                </a:cubicBezTo>
                <a:cubicBezTo>
                  <a:pt x="333" y="4"/>
                  <a:pt x="333" y="4"/>
                  <a:pt x="333" y="4"/>
                </a:cubicBezTo>
                <a:cubicBezTo>
                  <a:pt x="271" y="4"/>
                  <a:pt x="271" y="4"/>
                  <a:pt x="271" y="4"/>
                </a:cubicBezTo>
                <a:cubicBezTo>
                  <a:pt x="247" y="65"/>
                  <a:pt x="247" y="65"/>
                  <a:pt x="247" y="65"/>
                </a:cubicBezTo>
                <a:cubicBezTo>
                  <a:pt x="209" y="65"/>
                  <a:pt x="209" y="65"/>
                  <a:pt x="209" y="65"/>
                </a:cubicBezTo>
                <a:cubicBezTo>
                  <a:pt x="207" y="77"/>
                  <a:pt x="200" y="83"/>
                  <a:pt x="188" y="83"/>
                </a:cubicBezTo>
                <a:cubicBezTo>
                  <a:pt x="174" y="83"/>
                  <a:pt x="166" y="73"/>
                  <a:pt x="166" y="56"/>
                </a:cubicBezTo>
                <a:cubicBezTo>
                  <a:pt x="166" y="39"/>
                  <a:pt x="174" y="28"/>
                  <a:pt x="188" y="28"/>
                </a:cubicBezTo>
                <a:cubicBezTo>
                  <a:pt x="200" y="28"/>
                  <a:pt x="207" y="34"/>
                  <a:pt x="209" y="44"/>
                </a:cubicBezTo>
                <a:cubicBezTo>
                  <a:pt x="251" y="44"/>
                  <a:pt x="251" y="44"/>
                  <a:pt x="251" y="44"/>
                </a:cubicBezTo>
                <a:cubicBezTo>
                  <a:pt x="251" y="41"/>
                  <a:pt x="251" y="41"/>
                  <a:pt x="251" y="41"/>
                </a:cubicBezTo>
                <a:cubicBezTo>
                  <a:pt x="251" y="18"/>
                  <a:pt x="231" y="0"/>
                  <a:pt x="188" y="0"/>
                </a:cubicBezTo>
                <a:cubicBezTo>
                  <a:pt x="142" y="0"/>
                  <a:pt x="125" y="23"/>
                  <a:pt x="125" y="56"/>
                </a:cubicBezTo>
                <a:cubicBezTo>
                  <a:pt x="125" y="56"/>
                  <a:pt x="125" y="57"/>
                  <a:pt x="125" y="58"/>
                </a:cubicBezTo>
                <a:cubicBezTo>
                  <a:pt x="119" y="51"/>
                  <a:pt x="108" y="47"/>
                  <a:pt x="90" y="44"/>
                </a:cubicBezTo>
                <a:cubicBezTo>
                  <a:pt x="63" y="40"/>
                  <a:pt x="63" y="40"/>
                  <a:pt x="63" y="40"/>
                </a:cubicBezTo>
                <a:cubicBezTo>
                  <a:pt x="53" y="39"/>
                  <a:pt x="46" y="38"/>
                  <a:pt x="46" y="33"/>
                </a:cubicBezTo>
                <a:cubicBezTo>
                  <a:pt x="46" y="28"/>
                  <a:pt x="50" y="24"/>
                  <a:pt x="61" y="24"/>
                </a:cubicBezTo>
                <a:cubicBezTo>
                  <a:pt x="73" y="24"/>
                  <a:pt x="80" y="29"/>
                  <a:pt x="80" y="36"/>
                </a:cubicBezTo>
                <a:cubicBezTo>
                  <a:pt x="123" y="36"/>
                  <a:pt x="123" y="36"/>
                  <a:pt x="123" y="36"/>
                </a:cubicBezTo>
                <a:cubicBezTo>
                  <a:pt x="123" y="34"/>
                  <a:pt x="123" y="34"/>
                  <a:pt x="123" y="34"/>
                </a:cubicBezTo>
                <a:cubicBezTo>
                  <a:pt x="123" y="13"/>
                  <a:pt x="103" y="0"/>
                  <a:pt x="63" y="0"/>
                </a:cubicBezTo>
                <a:cubicBezTo>
                  <a:pt x="21" y="0"/>
                  <a:pt x="3" y="15"/>
                  <a:pt x="3" y="36"/>
                </a:cubicBezTo>
                <a:cubicBezTo>
                  <a:pt x="3" y="53"/>
                  <a:pt x="14" y="62"/>
                  <a:pt x="39" y="66"/>
                </a:cubicBezTo>
                <a:cubicBezTo>
                  <a:pt x="70" y="70"/>
                  <a:pt x="70" y="70"/>
                  <a:pt x="70" y="70"/>
                </a:cubicBezTo>
                <a:cubicBezTo>
                  <a:pt x="80" y="72"/>
                  <a:pt x="84" y="74"/>
                  <a:pt x="84" y="78"/>
                </a:cubicBezTo>
                <a:cubicBezTo>
                  <a:pt x="84" y="84"/>
                  <a:pt x="78" y="87"/>
                  <a:pt x="66" y="87"/>
                </a:cubicBezTo>
                <a:cubicBezTo>
                  <a:pt x="52" y="87"/>
                  <a:pt x="45" y="81"/>
                  <a:pt x="45" y="73"/>
                </a:cubicBezTo>
                <a:cubicBezTo>
                  <a:pt x="0" y="73"/>
                  <a:pt x="0" y="73"/>
                  <a:pt x="0" y="73"/>
                </a:cubicBezTo>
                <a:cubicBezTo>
                  <a:pt x="0" y="75"/>
                  <a:pt x="0" y="75"/>
                  <a:pt x="0" y="75"/>
                </a:cubicBezTo>
                <a:cubicBezTo>
                  <a:pt x="0" y="98"/>
                  <a:pt x="22" y="111"/>
                  <a:pt x="64" y="111"/>
                </a:cubicBezTo>
                <a:cubicBezTo>
                  <a:pt x="103" y="111"/>
                  <a:pt x="126" y="103"/>
                  <a:pt x="129" y="81"/>
                </a:cubicBezTo>
                <a:cubicBezTo>
                  <a:pt x="137" y="100"/>
                  <a:pt x="156" y="112"/>
                  <a:pt x="188" y="112"/>
                </a:cubicBezTo>
                <a:cubicBezTo>
                  <a:pt x="213" y="112"/>
                  <a:pt x="228" y="105"/>
                  <a:pt x="236" y="94"/>
                </a:cubicBezTo>
                <a:cubicBezTo>
                  <a:pt x="231" y="107"/>
                  <a:pt x="231" y="107"/>
                  <a:pt x="231" y="107"/>
                </a:cubicBezTo>
                <a:cubicBezTo>
                  <a:pt x="271" y="107"/>
                  <a:pt x="271" y="107"/>
                  <a:pt x="271" y="107"/>
                </a:cubicBezTo>
                <a:cubicBezTo>
                  <a:pt x="277" y="92"/>
                  <a:pt x="277" y="92"/>
                  <a:pt x="277" y="92"/>
                </a:cubicBezTo>
                <a:cubicBezTo>
                  <a:pt x="326" y="92"/>
                  <a:pt x="326" y="92"/>
                  <a:pt x="326" y="92"/>
                </a:cubicBezTo>
                <a:cubicBezTo>
                  <a:pt x="332" y="107"/>
                  <a:pt x="332" y="107"/>
                  <a:pt x="332" y="107"/>
                </a:cubicBezTo>
                <a:cubicBezTo>
                  <a:pt x="365" y="107"/>
                  <a:pt x="365" y="107"/>
                  <a:pt x="365" y="107"/>
                </a:cubicBezTo>
                <a:cubicBezTo>
                  <a:pt x="373" y="107"/>
                  <a:pt x="373" y="107"/>
                  <a:pt x="373" y="107"/>
                </a:cubicBezTo>
                <a:cubicBezTo>
                  <a:pt x="404" y="107"/>
                  <a:pt x="404" y="107"/>
                  <a:pt x="404" y="107"/>
                </a:cubicBezTo>
                <a:cubicBezTo>
                  <a:pt x="404" y="48"/>
                  <a:pt x="404" y="48"/>
                  <a:pt x="404" y="48"/>
                </a:cubicBezTo>
                <a:lnTo>
                  <a:pt x="448" y="107"/>
                </a:lnTo>
                <a:close/>
                <a:moveTo>
                  <a:pt x="619" y="65"/>
                </a:moveTo>
                <a:cubicBezTo>
                  <a:pt x="591" y="65"/>
                  <a:pt x="591" y="65"/>
                  <a:pt x="591" y="65"/>
                </a:cubicBezTo>
                <a:cubicBezTo>
                  <a:pt x="605" y="28"/>
                  <a:pt x="605" y="28"/>
                  <a:pt x="605" y="28"/>
                </a:cubicBezTo>
                <a:lnTo>
                  <a:pt x="619" y="65"/>
                </a:lnTo>
                <a:close/>
                <a:moveTo>
                  <a:pt x="676" y="107"/>
                </a:moveTo>
                <a:cubicBezTo>
                  <a:pt x="637" y="4"/>
                  <a:pt x="637" y="4"/>
                  <a:pt x="637" y="4"/>
                </a:cubicBezTo>
                <a:cubicBezTo>
                  <a:pt x="574" y="4"/>
                  <a:pt x="574" y="4"/>
                  <a:pt x="574" y="4"/>
                </a:cubicBezTo>
                <a:cubicBezTo>
                  <a:pt x="542" y="88"/>
                  <a:pt x="542" y="88"/>
                  <a:pt x="542" y="88"/>
                </a:cubicBezTo>
                <a:cubicBezTo>
                  <a:pt x="542" y="4"/>
                  <a:pt x="542" y="4"/>
                  <a:pt x="542" y="4"/>
                </a:cubicBezTo>
                <a:cubicBezTo>
                  <a:pt x="503" y="4"/>
                  <a:pt x="503" y="4"/>
                  <a:pt x="503" y="4"/>
                </a:cubicBezTo>
                <a:cubicBezTo>
                  <a:pt x="503" y="107"/>
                  <a:pt x="503" y="107"/>
                  <a:pt x="503" y="107"/>
                </a:cubicBezTo>
                <a:cubicBezTo>
                  <a:pt x="535" y="107"/>
                  <a:pt x="535" y="107"/>
                  <a:pt x="535" y="107"/>
                </a:cubicBezTo>
                <a:cubicBezTo>
                  <a:pt x="542" y="107"/>
                  <a:pt x="542" y="107"/>
                  <a:pt x="542" y="107"/>
                </a:cubicBezTo>
                <a:cubicBezTo>
                  <a:pt x="575" y="107"/>
                  <a:pt x="575" y="107"/>
                  <a:pt x="575" y="107"/>
                </a:cubicBezTo>
                <a:cubicBezTo>
                  <a:pt x="580" y="92"/>
                  <a:pt x="580" y="92"/>
                  <a:pt x="580" y="92"/>
                </a:cubicBezTo>
                <a:cubicBezTo>
                  <a:pt x="630" y="92"/>
                  <a:pt x="630" y="92"/>
                  <a:pt x="630" y="92"/>
                </a:cubicBezTo>
                <a:cubicBezTo>
                  <a:pt x="635" y="107"/>
                  <a:pt x="635" y="107"/>
                  <a:pt x="635" y="107"/>
                </a:cubicBezTo>
                <a:lnTo>
                  <a:pt x="676" y="107"/>
                </a:lnTo>
                <a:close/>
              </a:path>
            </a:pathLst>
          </a:custGeom>
          <a:solidFill>
            <a:srgbClr val="FAFAF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 name="TextBox 6"/>
          <p:cNvSpPr txBox="1"/>
          <p:nvPr/>
        </p:nvSpPr>
        <p:spPr>
          <a:xfrm>
            <a:off x="0" y="-135898"/>
            <a:ext cx="825547" cy="123111"/>
          </a:xfrm>
          <a:prstGeom prst="rect">
            <a:avLst/>
          </a:prstGeom>
          <a:noFill/>
        </p:spPr>
        <p:txBody>
          <a:bodyPr wrap="none" lIns="0" tIns="0" rIns="0" bIns="0" rtlCol="0">
            <a:spAutoFit/>
          </a:bodyPr>
          <a:lstStyle/>
          <a:p>
            <a:r>
              <a:rPr lang="en-US" sz="800" b="1" dirty="0">
                <a:solidFill>
                  <a:schemeClr val="accent1"/>
                </a:solidFill>
              </a:rPr>
              <a:t>Last Page - Blue</a:t>
            </a:r>
          </a:p>
        </p:txBody>
      </p:sp>
      <p:pic>
        <p:nvPicPr>
          <p:cNvPr id="8" name="ScaniaSymbol"/>
          <p:cNvPicPr>
            <a:picLocks noChangeAspect="1"/>
          </p:cNvPicPr>
          <p:nvPr/>
        </p:nvPicPr>
        <p:blipFill rotWithShape="1">
          <a:blip r:embed="rId2">
            <a:extLst>
              <a:ext uri="{28A0092B-C50C-407E-A947-70E740481C1C}">
                <a14:useLocalDpi xmlns:a14="http://schemas.microsoft.com/office/drawing/2010/main" val="0"/>
              </a:ext>
            </a:extLst>
          </a:blip>
          <a:srcRect l="20689" t="22977" r="20094" b="23512"/>
          <a:stretch/>
        </p:blipFill>
        <p:spPr>
          <a:xfrm>
            <a:off x="11391926" y="261969"/>
            <a:ext cx="595533" cy="538132"/>
          </a:xfrm>
          <a:prstGeom prst="rect">
            <a:avLst/>
          </a:prstGeom>
        </p:spPr>
      </p:pic>
      <p:sp>
        <p:nvSpPr>
          <p:cNvPr id="11" name="ScaniaWordmark"/>
          <p:cNvSpPr>
            <a:spLocks noEditPoints="1"/>
          </p:cNvSpPr>
          <p:nvPr/>
        </p:nvSpPr>
        <p:spPr bwMode="auto">
          <a:xfrm>
            <a:off x="9852144" y="6215608"/>
            <a:ext cx="2026167" cy="343475"/>
          </a:xfrm>
          <a:custGeom>
            <a:avLst/>
            <a:gdLst>
              <a:gd name="T0" fmla="*/ 287 w 676"/>
              <a:gd name="T1" fmla="*/ 65 h 112"/>
              <a:gd name="T2" fmla="*/ 316 w 676"/>
              <a:gd name="T3" fmla="*/ 65 h 112"/>
              <a:gd name="T4" fmla="*/ 493 w 676"/>
              <a:gd name="T5" fmla="*/ 107 h 112"/>
              <a:gd name="T6" fmla="*/ 455 w 676"/>
              <a:gd name="T7" fmla="*/ 4 h 112"/>
              <a:gd name="T8" fmla="*/ 414 w 676"/>
              <a:gd name="T9" fmla="*/ 4 h 112"/>
              <a:gd name="T10" fmla="*/ 365 w 676"/>
              <a:gd name="T11" fmla="*/ 88 h 112"/>
              <a:gd name="T12" fmla="*/ 271 w 676"/>
              <a:gd name="T13" fmla="*/ 4 h 112"/>
              <a:gd name="T14" fmla="*/ 209 w 676"/>
              <a:gd name="T15" fmla="*/ 65 h 112"/>
              <a:gd name="T16" fmla="*/ 166 w 676"/>
              <a:gd name="T17" fmla="*/ 56 h 112"/>
              <a:gd name="T18" fmla="*/ 209 w 676"/>
              <a:gd name="T19" fmla="*/ 44 h 112"/>
              <a:gd name="T20" fmla="*/ 251 w 676"/>
              <a:gd name="T21" fmla="*/ 41 h 112"/>
              <a:gd name="T22" fmla="*/ 125 w 676"/>
              <a:gd name="T23" fmla="*/ 56 h 112"/>
              <a:gd name="T24" fmla="*/ 90 w 676"/>
              <a:gd name="T25" fmla="*/ 44 h 112"/>
              <a:gd name="T26" fmla="*/ 46 w 676"/>
              <a:gd name="T27" fmla="*/ 33 h 112"/>
              <a:gd name="T28" fmla="*/ 80 w 676"/>
              <a:gd name="T29" fmla="*/ 36 h 112"/>
              <a:gd name="T30" fmla="*/ 123 w 676"/>
              <a:gd name="T31" fmla="*/ 34 h 112"/>
              <a:gd name="T32" fmla="*/ 3 w 676"/>
              <a:gd name="T33" fmla="*/ 36 h 112"/>
              <a:gd name="T34" fmla="*/ 70 w 676"/>
              <a:gd name="T35" fmla="*/ 70 h 112"/>
              <a:gd name="T36" fmla="*/ 66 w 676"/>
              <a:gd name="T37" fmla="*/ 87 h 112"/>
              <a:gd name="T38" fmla="*/ 0 w 676"/>
              <a:gd name="T39" fmla="*/ 73 h 112"/>
              <a:gd name="T40" fmla="*/ 64 w 676"/>
              <a:gd name="T41" fmla="*/ 111 h 112"/>
              <a:gd name="T42" fmla="*/ 188 w 676"/>
              <a:gd name="T43" fmla="*/ 112 h 112"/>
              <a:gd name="T44" fmla="*/ 231 w 676"/>
              <a:gd name="T45" fmla="*/ 107 h 112"/>
              <a:gd name="T46" fmla="*/ 277 w 676"/>
              <a:gd name="T47" fmla="*/ 92 h 112"/>
              <a:gd name="T48" fmla="*/ 332 w 676"/>
              <a:gd name="T49" fmla="*/ 107 h 112"/>
              <a:gd name="T50" fmla="*/ 373 w 676"/>
              <a:gd name="T51" fmla="*/ 107 h 112"/>
              <a:gd name="T52" fmla="*/ 404 w 676"/>
              <a:gd name="T53" fmla="*/ 48 h 112"/>
              <a:gd name="T54" fmla="*/ 619 w 676"/>
              <a:gd name="T55" fmla="*/ 65 h 112"/>
              <a:gd name="T56" fmla="*/ 605 w 676"/>
              <a:gd name="T57" fmla="*/ 28 h 112"/>
              <a:gd name="T58" fmla="*/ 676 w 676"/>
              <a:gd name="T59" fmla="*/ 107 h 112"/>
              <a:gd name="T60" fmla="*/ 574 w 676"/>
              <a:gd name="T61" fmla="*/ 4 h 112"/>
              <a:gd name="T62" fmla="*/ 542 w 676"/>
              <a:gd name="T63" fmla="*/ 4 h 112"/>
              <a:gd name="T64" fmla="*/ 503 w 676"/>
              <a:gd name="T65" fmla="*/ 107 h 112"/>
              <a:gd name="T66" fmla="*/ 542 w 676"/>
              <a:gd name="T67" fmla="*/ 107 h 112"/>
              <a:gd name="T68" fmla="*/ 580 w 676"/>
              <a:gd name="T69" fmla="*/ 92 h 112"/>
              <a:gd name="T70" fmla="*/ 635 w 676"/>
              <a:gd name="T71" fmla="*/ 107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676" h="112">
                <a:moveTo>
                  <a:pt x="316" y="65"/>
                </a:moveTo>
                <a:cubicBezTo>
                  <a:pt x="287" y="65"/>
                  <a:pt x="287" y="65"/>
                  <a:pt x="287" y="65"/>
                </a:cubicBezTo>
                <a:cubicBezTo>
                  <a:pt x="302" y="28"/>
                  <a:pt x="302" y="28"/>
                  <a:pt x="302" y="28"/>
                </a:cubicBezTo>
                <a:lnTo>
                  <a:pt x="316" y="65"/>
                </a:lnTo>
                <a:close/>
                <a:moveTo>
                  <a:pt x="448" y="107"/>
                </a:moveTo>
                <a:cubicBezTo>
                  <a:pt x="493" y="107"/>
                  <a:pt x="493" y="107"/>
                  <a:pt x="493" y="107"/>
                </a:cubicBezTo>
                <a:cubicBezTo>
                  <a:pt x="493" y="4"/>
                  <a:pt x="493" y="4"/>
                  <a:pt x="493" y="4"/>
                </a:cubicBezTo>
                <a:cubicBezTo>
                  <a:pt x="455" y="4"/>
                  <a:pt x="455" y="4"/>
                  <a:pt x="455" y="4"/>
                </a:cubicBezTo>
                <a:cubicBezTo>
                  <a:pt x="455" y="58"/>
                  <a:pt x="455" y="58"/>
                  <a:pt x="455" y="58"/>
                </a:cubicBezTo>
                <a:cubicBezTo>
                  <a:pt x="414" y="4"/>
                  <a:pt x="414" y="4"/>
                  <a:pt x="414" y="4"/>
                </a:cubicBezTo>
                <a:cubicBezTo>
                  <a:pt x="365" y="4"/>
                  <a:pt x="365" y="4"/>
                  <a:pt x="365" y="4"/>
                </a:cubicBezTo>
                <a:cubicBezTo>
                  <a:pt x="365" y="88"/>
                  <a:pt x="365" y="88"/>
                  <a:pt x="365" y="88"/>
                </a:cubicBezTo>
                <a:cubicBezTo>
                  <a:pt x="333" y="4"/>
                  <a:pt x="333" y="4"/>
                  <a:pt x="333" y="4"/>
                </a:cubicBezTo>
                <a:cubicBezTo>
                  <a:pt x="271" y="4"/>
                  <a:pt x="271" y="4"/>
                  <a:pt x="271" y="4"/>
                </a:cubicBezTo>
                <a:cubicBezTo>
                  <a:pt x="247" y="65"/>
                  <a:pt x="247" y="65"/>
                  <a:pt x="247" y="65"/>
                </a:cubicBezTo>
                <a:cubicBezTo>
                  <a:pt x="209" y="65"/>
                  <a:pt x="209" y="65"/>
                  <a:pt x="209" y="65"/>
                </a:cubicBezTo>
                <a:cubicBezTo>
                  <a:pt x="207" y="77"/>
                  <a:pt x="200" y="83"/>
                  <a:pt x="188" y="83"/>
                </a:cubicBezTo>
                <a:cubicBezTo>
                  <a:pt x="174" y="83"/>
                  <a:pt x="166" y="73"/>
                  <a:pt x="166" y="56"/>
                </a:cubicBezTo>
                <a:cubicBezTo>
                  <a:pt x="166" y="39"/>
                  <a:pt x="174" y="28"/>
                  <a:pt x="188" y="28"/>
                </a:cubicBezTo>
                <a:cubicBezTo>
                  <a:pt x="200" y="28"/>
                  <a:pt x="207" y="34"/>
                  <a:pt x="209" y="44"/>
                </a:cubicBezTo>
                <a:cubicBezTo>
                  <a:pt x="251" y="44"/>
                  <a:pt x="251" y="44"/>
                  <a:pt x="251" y="44"/>
                </a:cubicBezTo>
                <a:cubicBezTo>
                  <a:pt x="251" y="41"/>
                  <a:pt x="251" y="41"/>
                  <a:pt x="251" y="41"/>
                </a:cubicBezTo>
                <a:cubicBezTo>
                  <a:pt x="251" y="18"/>
                  <a:pt x="231" y="0"/>
                  <a:pt x="188" y="0"/>
                </a:cubicBezTo>
                <a:cubicBezTo>
                  <a:pt x="142" y="0"/>
                  <a:pt x="125" y="23"/>
                  <a:pt x="125" y="56"/>
                </a:cubicBezTo>
                <a:cubicBezTo>
                  <a:pt x="125" y="56"/>
                  <a:pt x="125" y="57"/>
                  <a:pt x="125" y="58"/>
                </a:cubicBezTo>
                <a:cubicBezTo>
                  <a:pt x="119" y="51"/>
                  <a:pt x="108" y="47"/>
                  <a:pt x="90" y="44"/>
                </a:cubicBezTo>
                <a:cubicBezTo>
                  <a:pt x="63" y="40"/>
                  <a:pt x="63" y="40"/>
                  <a:pt x="63" y="40"/>
                </a:cubicBezTo>
                <a:cubicBezTo>
                  <a:pt x="53" y="39"/>
                  <a:pt x="46" y="38"/>
                  <a:pt x="46" y="33"/>
                </a:cubicBezTo>
                <a:cubicBezTo>
                  <a:pt x="46" y="28"/>
                  <a:pt x="50" y="24"/>
                  <a:pt x="61" y="24"/>
                </a:cubicBezTo>
                <a:cubicBezTo>
                  <a:pt x="73" y="24"/>
                  <a:pt x="80" y="29"/>
                  <a:pt x="80" y="36"/>
                </a:cubicBezTo>
                <a:cubicBezTo>
                  <a:pt x="123" y="36"/>
                  <a:pt x="123" y="36"/>
                  <a:pt x="123" y="36"/>
                </a:cubicBezTo>
                <a:cubicBezTo>
                  <a:pt x="123" y="34"/>
                  <a:pt x="123" y="34"/>
                  <a:pt x="123" y="34"/>
                </a:cubicBezTo>
                <a:cubicBezTo>
                  <a:pt x="123" y="13"/>
                  <a:pt x="103" y="0"/>
                  <a:pt x="63" y="0"/>
                </a:cubicBezTo>
                <a:cubicBezTo>
                  <a:pt x="21" y="0"/>
                  <a:pt x="3" y="15"/>
                  <a:pt x="3" y="36"/>
                </a:cubicBezTo>
                <a:cubicBezTo>
                  <a:pt x="3" y="53"/>
                  <a:pt x="14" y="62"/>
                  <a:pt x="39" y="66"/>
                </a:cubicBezTo>
                <a:cubicBezTo>
                  <a:pt x="70" y="70"/>
                  <a:pt x="70" y="70"/>
                  <a:pt x="70" y="70"/>
                </a:cubicBezTo>
                <a:cubicBezTo>
                  <a:pt x="80" y="72"/>
                  <a:pt x="84" y="74"/>
                  <a:pt x="84" y="78"/>
                </a:cubicBezTo>
                <a:cubicBezTo>
                  <a:pt x="84" y="84"/>
                  <a:pt x="78" y="87"/>
                  <a:pt x="66" y="87"/>
                </a:cubicBezTo>
                <a:cubicBezTo>
                  <a:pt x="52" y="87"/>
                  <a:pt x="45" y="81"/>
                  <a:pt x="45" y="73"/>
                </a:cubicBezTo>
                <a:cubicBezTo>
                  <a:pt x="0" y="73"/>
                  <a:pt x="0" y="73"/>
                  <a:pt x="0" y="73"/>
                </a:cubicBezTo>
                <a:cubicBezTo>
                  <a:pt x="0" y="75"/>
                  <a:pt x="0" y="75"/>
                  <a:pt x="0" y="75"/>
                </a:cubicBezTo>
                <a:cubicBezTo>
                  <a:pt x="0" y="98"/>
                  <a:pt x="22" y="111"/>
                  <a:pt x="64" y="111"/>
                </a:cubicBezTo>
                <a:cubicBezTo>
                  <a:pt x="103" y="111"/>
                  <a:pt x="126" y="103"/>
                  <a:pt x="129" y="81"/>
                </a:cubicBezTo>
                <a:cubicBezTo>
                  <a:pt x="137" y="100"/>
                  <a:pt x="156" y="112"/>
                  <a:pt x="188" y="112"/>
                </a:cubicBezTo>
                <a:cubicBezTo>
                  <a:pt x="213" y="112"/>
                  <a:pt x="228" y="105"/>
                  <a:pt x="236" y="94"/>
                </a:cubicBezTo>
                <a:cubicBezTo>
                  <a:pt x="231" y="107"/>
                  <a:pt x="231" y="107"/>
                  <a:pt x="231" y="107"/>
                </a:cubicBezTo>
                <a:cubicBezTo>
                  <a:pt x="271" y="107"/>
                  <a:pt x="271" y="107"/>
                  <a:pt x="271" y="107"/>
                </a:cubicBezTo>
                <a:cubicBezTo>
                  <a:pt x="277" y="92"/>
                  <a:pt x="277" y="92"/>
                  <a:pt x="277" y="92"/>
                </a:cubicBezTo>
                <a:cubicBezTo>
                  <a:pt x="326" y="92"/>
                  <a:pt x="326" y="92"/>
                  <a:pt x="326" y="92"/>
                </a:cubicBezTo>
                <a:cubicBezTo>
                  <a:pt x="332" y="107"/>
                  <a:pt x="332" y="107"/>
                  <a:pt x="332" y="107"/>
                </a:cubicBezTo>
                <a:cubicBezTo>
                  <a:pt x="365" y="107"/>
                  <a:pt x="365" y="107"/>
                  <a:pt x="365" y="107"/>
                </a:cubicBezTo>
                <a:cubicBezTo>
                  <a:pt x="373" y="107"/>
                  <a:pt x="373" y="107"/>
                  <a:pt x="373" y="107"/>
                </a:cubicBezTo>
                <a:cubicBezTo>
                  <a:pt x="404" y="107"/>
                  <a:pt x="404" y="107"/>
                  <a:pt x="404" y="107"/>
                </a:cubicBezTo>
                <a:cubicBezTo>
                  <a:pt x="404" y="48"/>
                  <a:pt x="404" y="48"/>
                  <a:pt x="404" y="48"/>
                </a:cubicBezTo>
                <a:lnTo>
                  <a:pt x="448" y="107"/>
                </a:lnTo>
                <a:close/>
                <a:moveTo>
                  <a:pt x="619" y="65"/>
                </a:moveTo>
                <a:cubicBezTo>
                  <a:pt x="591" y="65"/>
                  <a:pt x="591" y="65"/>
                  <a:pt x="591" y="65"/>
                </a:cubicBezTo>
                <a:cubicBezTo>
                  <a:pt x="605" y="28"/>
                  <a:pt x="605" y="28"/>
                  <a:pt x="605" y="28"/>
                </a:cubicBezTo>
                <a:lnTo>
                  <a:pt x="619" y="65"/>
                </a:lnTo>
                <a:close/>
                <a:moveTo>
                  <a:pt x="676" y="107"/>
                </a:moveTo>
                <a:cubicBezTo>
                  <a:pt x="637" y="4"/>
                  <a:pt x="637" y="4"/>
                  <a:pt x="637" y="4"/>
                </a:cubicBezTo>
                <a:cubicBezTo>
                  <a:pt x="574" y="4"/>
                  <a:pt x="574" y="4"/>
                  <a:pt x="574" y="4"/>
                </a:cubicBezTo>
                <a:cubicBezTo>
                  <a:pt x="542" y="88"/>
                  <a:pt x="542" y="88"/>
                  <a:pt x="542" y="88"/>
                </a:cubicBezTo>
                <a:cubicBezTo>
                  <a:pt x="542" y="4"/>
                  <a:pt x="542" y="4"/>
                  <a:pt x="542" y="4"/>
                </a:cubicBezTo>
                <a:cubicBezTo>
                  <a:pt x="503" y="4"/>
                  <a:pt x="503" y="4"/>
                  <a:pt x="503" y="4"/>
                </a:cubicBezTo>
                <a:cubicBezTo>
                  <a:pt x="503" y="107"/>
                  <a:pt x="503" y="107"/>
                  <a:pt x="503" y="107"/>
                </a:cubicBezTo>
                <a:cubicBezTo>
                  <a:pt x="535" y="107"/>
                  <a:pt x="535" y="107"/>
                  <a:pt x="535" y="107"/>
                </a:cubicBezTo>
                <a:cubicBezTo>
                  <a:pt x="542" y="107"/>
                  <a:pt x="542" y="107"/>
                  <a:pt x="542" y="107"/>
                </a:cubicBezTo>
                <a:cubicBezTo>
                  <a:pt x="575" y="107"/>
                  <a:pt x="575" y="107"/>
                  <a:pt x="575" y="107"/>
                </a:cubicBezTo>
                <a:cubicBezTo>
                  <a:pt x="580" y="92"/>
                  <a:pt x="580" y="92"/>
                  <a:pt x="580" y="92"/>
                </a:cubicBezTo>
                <a:cubicBezTo>
                  <a:pt x="630" y="92"/>
                  <a:pt x="630" y="92"/>
                  <a:pt x="630" y="92"/>
                </a:cubicBezTo>
                <a:cubicBezTo>
                  <a:pt x="635" y="107"/>
                  <a:pt x="635" y="107"/>
                  <a:pt x="635" y="107"/>
                </a:cubicBezTo>
                <a:lnTo>
                  <a:pt x="676" y="107"/>
                </a:lnTo>
                <a:close/>
              </a:path>
            </a:pathLst>
          </a:custGeom>
          <a:solidFill>
            <a:srgbClr val="FAFAF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 name="ScaniaWordmark">
            <a:extLst>
              <a:ext uri="{FF2B5EF4-FFF2-40B4-BE49-F238E27FC236}">
                <a16:creationId xmlns:a16="http://schemas.microsoft.com/office/drawing/2014/main" id="{AD32A4A4-C06E-481B-8119-57507B2981E0}"/>
              </a:ext>
            </a:extLst>
          </p:cNvPr>
          <p:cNvSpPr>
            <a:spLocks noEditPoints="1"/>
          </p:cNvSpPr>
          <p:nvPr userDrawn="1"/>
        </p:nvSpPr>
        <p:spPr bwMode="auto">
          <a:xfrm>
            <a:off x="9852144" y="6215608"/>
            <a:ext cx="2026167" cy="343475"/>
          </a:xfrm>
          <a:custGeom>
            <a:avLst/>
            <a:gdLst>
              <a:gd name="T0" fmla="*/ 287 w 676"/>
              <a:gd name="T1" fmla="*/ 65 h 112"/>
              <a:gd name="T2" fmla="*/ 316 w 676"/>
              <a:gd name="T3" fmla="*/ 65 h 112"/>
              <a:gd name="T4" fmla="*/ 493 w 676"/>
              <a:gd name="T5" fmla="*/ 107 h 112"/>
              <a:gd name="T6" fmla="*/ 455 w 676"/>
              <a:gd name="T7" fmla="*/ 4 h 112"/>
              <a:gd name="T8" fmla="*/ 414 w 676"/>
              <a:gd name="T9" fmla="*/ 4 h 112"/>
              <a:gd name="T10" fmla="*/ 365 w 676"/>
              <a:gd name="T11" fmla="*/ 88 h 112"/>
              <a:gd name="T12" fmla="*/ 271 w 676"/>
              <a:gd name="T13" fmla="*/ 4 h 112"/>
              <a:gd name="T14" fmla="*/ 209 w 676"/>
              <a:gd name="T15" fmla="*/ 65 h 112"/>
              <a:gd name="T16" fmla="*/ 166 w 676"/>
              <a:gd name="T17" fmla="*/ 56 h 112"/>
              <a:gd name="T18" fmla="*/ 209 w 676"/>
              <a:gd name="T19" fmla="*/ 44 h 112"/>
              <a:gd name="T20" fmla="*/ 251 w 676"/>
              <a:gd name="T21" fmla="*/ 41 h 112"/>
              <a:gd name="T22" fmla="*/ 125 w 676"/>
              <a:gd name="T23" fmla="*/ 56 h 112"/>
              <a:gd name="T24" fmla="*/ 90 w 676"/>
              <a:gd name="T25" fmla="*/ 44 h 112"/>
              <a:gd name="T26" fmla="*/ 46 w 676"/>
              <a:gd name="T27" fmla="*/ 33 h 112"/>
              <a:gd name="T28" fmla="*/ 80 w 676"/>
              <a:gd name="T29" fmla="*/ 36 h 112"/>
              <a:gd name="T30" fmla="*/ 123 w 676"/>
              <a:gd name="T31" fmla="*/ 34 h 112"/>
              <a:gd name="T32" fmla="*/ 3 w 676"/>
              <a:gd name="T33" fmla="*/ 36 h 112"/>
              <a:gd name="T34" fmla="*/ 70 w 676"/>
              <a:gd name="T35" fmla="*/ 70 h 112"/>
              <a:gd name="T36" fmla="*/ 66 w 676"/>
              <a:gd name="T37" fmla="*/ 87 h 112"/>
              <a:gd name="T38" fmla="*/ 0 w 676"/>
              <a:gd name="T39" fmla="*/ 73 h 112"/>
              <a:gd name="T40" fmla="*/ 64 w 676"/>
              <a:gd name="T41" fmla="*/ 111 h 112"/>
              <a:gd name="T42" fmla="*/ 188 w 676"/>
              <a:gd name="T43" fmla="*/ 112 h 112"/>
              <a:gd name="T44" fmla="*/ 231 w 676"/>
              <a:gd name="T45" fmla="*/ 107 h 112"/>
              <a:gd name="T46" fmla="*/ 277 w 676"/>
              <a:gd name="T47" fmla="*/ 92 h 112"/>
              <a:gd name="T48" fmla="*/ 332 w 676"/>
              <a:gd name="T49" fmla="*/ 107 h 112"/>
              <a:gd name="T50" fmla="*/ 373 w 676"/>
              <a:gd name="T51" fmla="*/ 107 h 112"/>
              <a:gd name="T52" fmla="*/ 404 w 676"/>
              <a:gd name="T53" fmla="*/ 48 h 112"/>
              <a:gd name="T54" fmla="*/ 619 w 676"/>
              <a:gd name="T55" fmla="*/ 65 h 112"/>
              <a:gd name="T56" fmla="*/ 605 w 676"/>
              <a:gd name="T57" fmla="*/ 28 h 112"/>
              <a:gd name="T58" fmla="*/ 676 w 676"/>
              <a:gd name="T59" fmla="*/ 107 h 112"/>
              <a:gd name="T60" fmla="*/ 574 w 676"/>
              <a:gd name="T61" fmla="*/ 4 h 112"/>
              <a:gd name="T62" fmla="*/ 542 w 676"/>
              <a:gd name="T63" fmla="*/ 4 h 112"/>
              <a:gd name="T64" fmla="*/ 503 w 676"/>
              <a:gd name="T65" fmla="*/ 107 h 112"/>
              <a:gd name="T66" fmla="*/ 542 w 676"/>
              <a:gd name="T67" fmla="*/ 107 h 112"/>
              <a:gd name="T68" fmla="*/ 580 w 676"/>
              <a:gd name="T69" fmla="*/ 92 h 112"/>
              <a:gd name="T70" fmla="*/ 635 w 676"/>
              <a:gd name="T71" fmla="*/ 107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676" h="112">
                <a:moveTo>
                  <a:pt x="316" y="65"/>
                </a:moveTo>
                <a:cubicBezTo>
                  <a:pt x="287" y="65"/>
                  <a:pt x="287" y="65"/>
                  <a:pt x="287" y="65"/>
                </a:cubicBezTo>
                <a:cubicBezTo>
                  <a:pt x="302" y="28"/>
                  <a:pt x="302" y="28"/>
                  <a:pt x="302" y="28"/>
                </a:cubicBezTo>
                <a:lnTo>
                  <a:pt x="316" y="65"/>
                </a:lnTo>
                <a:close/>
                <a:moveTo>
                  <a:pt x="448" y="107"/>
                </a:moveTo>
                <a:cubicBezTo>
                  <a:pt x="493" y="107"/>
                  <a:pt x="493" y="107"/>
                  <a:pt x="493" y="107"/>
                </a:cubicBezTo>
                <a:cubicBezTo>
                  <a:pt x="493" y="4"/>
                  <a:pt x="493" y="4"/>
                  <a:pt x="493" y="4"/>
                </a:cubicBezTo>
                <a:cubicBezTo>
                  <a:pt x="455" y="4"/>
                  <a:pt x="455" y="4"/>
                  <a:pt x="455" y="4"/>
                </a:cubicBezTo>
                <a:cubicBezTo>
                  <a:pt x="455" y="58"/>
                  <a:pt x="455" y="58"/>
                  <a:pt x="455" y="58"/>
                </a:cubicBezTo>
                <a:cubicBezTo>
                  <a:pt x="414" y="4"/>
                  <a:pt x="414" y="4"/>
                  <a:pt x="414" y="4"/>
                </a:cubicBezTo>
                <a:cubicBezTo>
                  <a:pt x="365" y="4"/>
                  <a:pt x="365" y="4"/>
                  <a:pt x="365" y="4"/>
                </a:cubicBezTo>
                <a:cubicBezTo>
                  <a:pt x="365" y="88"/>
                  <a:pt x="365" y="88"/>
                  <a:pt x="365" y="88"/>
                </a:cubicBezTo>
                <a:cubicBezTo>
                  <a:pt x="333" y="4"/>
                  <a:pt x="333" y="4"/>
                  <a:pt x="333" y="4"/>
                </a:cubicBezTo>
                <a:cubicBezTo>
                  <a:pt x="271" y="4"/>
                  <a:pt x="271" y="4"/>
                  <a:pt x="271" y="4"/>
                </a:cubicBezTo>
                <a:cubicBezTo>
                  <a:pt x="247" y="65"/>
                  <a:pt x="247" y="65"/>
                  <a:pt x="247" y="65"/>
                </a:cubicBezTo>
                <a:cubicBezTo>
                  <a:pt x="209" y="65"/>
                  <a:pt x="209" y="65"/>
                  <a:pt x="209" y="65"/>
                </a:cubicBezTo>
                <a:cubicBezTo>
                  <a:pt x="207" y="77"/>
                  <a:pt x="200" y="83"/>
                  <a:pt x="188" y="83"/>
                </a:cubicBezTo>
                <a:cubicBezTo>
                  <a:pt x="174" y="83"/>
                  <a:pt x="166" y="73"/>
                  <a:pt x="166" y="56"/>
                </a:cubicBezTo>
                <a:cubicBezTo>
                  <a:pt x="166" y="39"/>
                  <a:pt x="174" y="28"/>
                  <a:pt x="188" y="28"/>
                </a:cubicBezTo>
                <a:cubicBezTo>
                  <a:pt x="200" y="28"/>
                  <a:pt x="207" y="34"/>
                  <a:pt x="209" y="44"/>
                </a:cubicBezTo>
                <a:cubicBezTo>
                  <a:pt x="251" y="44"/>
                  <a:pt x="251" y="44"/>
                  <a:pt x="251" y="44"/>
                </a:cubicBezTo>
                <a:cubicBezTo>
                  <a:pt x="251" y="41"/>
                  <a:pt x="251" y="41"/>
                  <a:pt x="251" y="41"/>
                </a:cubicBezTo>
                <a:cubicBezTo>
                  <a:pt x="251" y="18"/>
                  <a:pt x="231" y="0"/>
                  <a:pt x="188" y="0"/>
                </a:cubicBezTo>
                <a:cubicBezTo>
                  <a:pt x="142" y="0"/>
                  <a:pt x="125" y="23"/>
                  <a:pt x="125" y="56"/>
                </a:cubicBezTo>
                <a:cubicBezTo>
                  <a:pt x="125" y="56"/>
                  <a:pt x="125" y="57"/>
                  <a:pt x="125" y="58"/>
                </a:cubicBezTo>
                <a:cubicBezTo>
                  <a:pt x="119" y="51"/>
                  <a:pt x="108" y="47"/>
                  <a:pt x="90" y="44"/>
                </a:cubicBezTo>
                <a:cubicBezTo>
                  <a:pt x="63" y="40"/>
                  <a:pt x="63" y="40"/>
                  <a:pt x="63" y="40"/>
                </a:cubicBezTo>
                <a:cubicBezTo>
                  <a:pt x="53" y="39"/>
                  <a:pt x="46" y="38"/>
                  <a:pt x="46" y="33"/>
                </a:cubicBezTo>
                <a:cubicBezTo>
                  <a:pt x="46" y="28"/>
                  <a:pt x="50" y="24"/>
                  <a:pt x="61" y="24"/>
                </a:cubicBezTo>
                <a:cubicBezTo>
                  <a:pt x="73" y="24"/>
                  <a:pt x="80" y="29"/>
                  <a:pt x="80" y="36"/>
                </a:cubicBezTo>
                <a:cubicBezTo>
                  <a:pt x="123" y="36"/>
                  <a:pt x="123" y="36"/>
                  <a:pt x="123" y="36"/>
                </a:cubicBezTo>
                <a:cubicBezTo>
                  <a:pt x="123" y="34"/>
                  <a:pt x="123" y="34"/>
                  <a:pt x="123" y="34"/>
                </a:cubicBezTo>
                <a:cubicBezTo>
                  <a:pt x="123" y="13"/>
                  <a:pt x="103" y="0"/>
                  <a:pt x="63" y="0"/>
                </a:cubicBezTo>
                <a:cubicBezTo>
                  <a:pt x="21" y="0"/>
                  <a:pt x="3" y="15"/>
                  <a:pt x="3" y="36"/>
                </a:cubicBezTo>
                <a:cubicBezTo>
                  <a:pt x="3" y="53"/>
                  <a:pt x="14" y="62"/>
                  <a:pt x="39" y="66"/>
                </a:cubicBezTo>
                <a:cubicBezTo>
                  <a:pt x="70" y="70"/>
                  <a:pt x="70" y="70"/>
                  <a:pt x="70" y="70"/>
                </a:cubicBezTo>
                <a:cubicBezTo>
                  <a:pt x="80" y="72"/>
                  <a:pt x="84" y="74"/>
                  <a:pt x="84" y="78"/>
                </a:cubicBezTo>
                <a:cubicBezTo>
                  <a:pt x="84" y="84"/>
                  <a:pt x="78" y="87"/>
                  <a:pt x="66" y="87"/>
                </a:cubicBezTo>
                <a:cubicBezTo>
                  <a:pt x="52" y="87"/>
                  <a:pt x="45" y="81"/>
                  <a:pt x="45" y="73"/>
                </a:cubicBezTo>
                <a:cubicBezTo>
                  <a:pt x="0" y="73"/>
                  <a:pt x="0" y="73"/>
                  <a:pt x="0" y="73"/>
                </a:cubicBezTo>
                <a:cubicBezTo>
                  <a:pt x="0" y="75"/>
                  <a:pt x="0" y="75"/>
                  <a:pt x="0" y="75"/>
                </a:cubicBezTo>
                <a:cubicBezTo>
                  <a:pt x="0" y="98"/>
                  <a:pt x="22" y="111"/>
                  <a:pt x="64" y="111"/>
                </a:cubicBezTo>
                <a:cubicBezTo>
                  <a:pt x="103" y="111"/>
                  <a:pt x="126" y="103"/>
                  <a:pt x="129" y="81"/>
                </a:cubicBezTo>
                <a:cubicBezTo>
                  <a:pt x="137" y="100"/>
                  <a:pt x="156" y="112"/>
                  <a:pt x="188" y="112"/>
                </a:cubicBezTo>
                <a:cubicBezTo>
                  <a:pt x="213" y="112"/>
                  <a:pt x="228" y="105"/>
                  <a:pt x="236" y="94"/>
                </a:cubicBezTo>
                <a:cubicBezTo>
                  <a:pt x="231" y="107"/>
                  <a:pt x="231" y="107"/>
                  <a:pt x="231" y="107"/>
                </a:cubicBezTo>
                <a:cubicBezTo>
                  <a:pt x="271" y="107"/>
                  <a:pt x="271" y="107"/>
                  <a:pt x="271" y="107"/>
                </a:cubicBezTo>
                <a:cubicBezTo>
                  <a:pt x="277" y="92"/>
                  <a:pt x="277" y="92"/>
                  <a:pt x="277" y="92"/>
                </a:cubicBezTo>
                <a:cubicBezTo>
                  <a:pt x="326" y="92"/>
                  <a:pt x="326" y="92"/>
                  <a:pt x="326" y="92"/>
                </a:cubicBezTo>
                <a:cubicBezTo>
                  <a:pt x="332" y="107"/>
                  <a:pt x="332" y="107"/>
                  <a:pt x="332" y="107"/>
                </a:cubicBezTo>
                <a:cubicBezTo>
                  <a:pt x="365" y="107"/>
                  <a:pt x="365" y="107"/>
                  <a:pt x="365" y="107"/>
                </a:cubicBezTo>
                <a:cubicBezTo>
                  <a:pt x="373" y="107"/>
                  <a:pt x="373" y="107"/>
                  <a:pt x="373" y="107"/>
                </a:cubicBezTo>
                <a:cubicBezTo>
                  <a:pt x="404" y="107"/>
                  <a:pt x="404" y="107"/>
                  <a:pt x="404" y="107"/>
                </a:cubicBezTo>
                <a:cubicBezTo>
                  <a:pt x="404" y="48"/>
                  <a:pt x="404" y="48"/>
                  <a:pt x="404" y="48"/>
                </a:cubicBezTo>
                <a:lnTo>
                  <a:pt x="448" y="107"/>
                </a:lnTo>
                <a:close/>
                <a:moveTo>
                  <a:pt x="619" y="65"/>
                </a:moveTo>
                <a:cubicBezTo>
                  <a:pt x="591" y="65"/>
                  <a:pt x="591" y="65"/>
                  <a:pt x="591" y="65"/>
                </a:cubicBezTo>
                <a:cubicBezTo>
                  <a:pt x="605" y="28"/>
                  <a:pt x="605" y="28"/>
                  <a:pt x="605" y="28"/>
                </a:cubicBezTo>
                <a:lnTo>
                  <a:pt x="619" y="65"/>
                </a:lnTo>
                <a:close/>
                <a:moveTo>
                  <a:pt x="676" y="107"/>
                </a:moveTo>
                <a:cubicBezTo>
                  <a:pt x="637" y="4"/>
                  <a:pt x="637" y="4"/>
                  <a:pt x="637" y="4"/>
                </a:cubicBezTo>
                <a:cubicBezTo>
                  <a:pt x="574" y="4"/>
                  <a:pt x="574" y="4"/>
                  <a:pt x="574" y="4"/>
                </a:cubicBezTo>
                <a:cubicBezTo>
                  <a:pt x="542" y="88"/>
                  <a:pt x="542" y="88"/>
                  <a:pt x="542" y="88"/>
                </a:cubicBezTo>
                <a:cubicBezTo>
                  <a:pt x="542" y="4"/>
                  <a:pt x="542" y="4"/>
                  <a:pt x="542" y="4"/>
                </a:cubicBezTo>
                <a:cubicBezTo>
                  <a:pt x="503" y="4"/>
                  <a:pt x="503" y="4"/>
                  <a:pt x="503" y="4"/>
                </a:cubicBezTo>
                <a:cubicBezTo>
                  <a:pt x="503" y="107"/>
                  <a:pt x="503" y="107"/>
                  <a:pt x="503" y="107"/>
                </a:cubicBezTo>
                <a:cubicBezTo>
                  <a:pt x="535" y="107"/>
                  <a:pt x="535" y="107"/>
                  <a:pt x="535" y="107"/>
                </a:cubicBezTo>
                <a:cubicBezTo>
                  <a:pt x="542" y="107"/>
                  <a:pt x="542" y="107"/>
                  <a:pt x="542" y="107"/>
                </a:cubicBezTo>
                <a:cubicBezTo>
                  <a:pt x="575" y="107"/>
                  <a:pt x="575" y="107"/>
                  <a:pt x="575" y="107"/>
                </a:cubicBezTo>
                <a:cubicBezTo>
                  <a:pt x="580" y="92"/>
                  <a:pt x="580" y="92"/>
                  <a:pt x="580" y="92"/>
                </a:cubicBezTo>
                <a:cubicBezTo>
                  <a:pt x="630" y="92"/>
                  <a:pt x="630" y="92"/>
                  <a:pt x="630" y="92"/>
                </a:cubicBezTo>
                <a:cubicBezTo>
                  <a:pt x="635" y="107"/>
                  <a:pt x="635" y="107"/>
                  <a:pt x="635" y="107"/>
                </a:cubicBezTo>
                <a:lnTo>
                  <a:pt x="676" y="107"/>
                </a:lnTo>
                <a:close/>
              </a:path>
            </a:pathLst>
          </a:custGeom>
          <a:solidFill>
            <a:srgbClr val="FAFAF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387854790"/>
      </p:ext>
    </p:extLst>
  </p:cSld>
  <p:clrMapOvr>
    <a:masterClrMapping/>
  </p:clrMapOvr>
  <p:hf hdr="0"/>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Last Page - Grey">
    <p:bg>
      <p:bgPr>
        <a:solidFill>
          <a:srgbClr val="53565A"/>
        </a:solidFill>
        <a:effectLst/>
      </p:bgPr>
    </p:bg>
    <p:spTree>
      <p:nvGrpSpPr>
        <p:cNvPr id="1" name=""/>
        <p:cNvGrpSpPr/>
        <p:nvPr/>
      </p:nvGrpSpPr>
      <p:grpSpPr>
        <a:xfrm>
          <a:off x="0" y="0"/>
          <a:ext cx="0" cy="0"/>
          <a:chOff x="0" y="0"/>
          <a:chExt cx="0" cy="0"/>
        </a:xfrm>
      </p:grpSpPr>
      <p:sp>
        <p:nvSpPr>
          <p:cNvPr id="9" name="Text Placeholder 8"/>
          <p:cNvSpPr>
            <a:spLocks noGrp="1"/>
          </p:cNvSpPr>
          <p:nvPr>
            <p:ph type="body" sz="quarter" idx="13" hasCustomPrompt="1"/>
          </p:nvPr>
        </p:nvSpPr>
        <p:spPr>
          <a:xfrm>
            <a:off x="515938" y="4743880"/>
            <a:ext cx="4175124" cy="586096"/>
          </a:xfrm>
        </p:spPr>
        <p:txBody>
          <a:bodyPr anchor="b">
            <a:noAutofit/>
          </a:bodyPr>
          <a:lstStyle>
            <a:lvl1pPr marL="0" indent="0">
              <a:spcBef>
                <a:spcPts val="0"/>
              </a:spcBef>
              <a:buNone/>
              <a:defRPr sz="1200" b="0" baseline="0">
                <a:solidFill>
                  <a:schemeClr val="bg1"/>
                </a:solidFill>
                <a:latin typeface="Scania Office Bold" panose="00000800000000000000" pitchFamily="2" charset="0"/>
              </a:defRPr>
            </a:lvl1pPr>
            <a:lvl2pPr marL="268287" indent="0">
              <a:buNone/>
              <a:defRPr sz="1400"/>
            </a:lvl2pPr>
            <a:lvl3pPr marL="536575" indent="0">
              <a:buNone/>
              <a:defRPr sz="1400"/>
            </a:lvl3pPr>
            <a:lvl4pPr marL="893763" indent="0">
              <a:buNone/>
              <a:defRPr sz="1400"/>
            </a:lvl4pPr>
            <a:lvl5pPr marL="1258887" indent="0">
              <a:buNone/>
              <a:defRPr sz="1400"/>
            </a:lvl5pPr>
          </a:lstStyle>
          <a:p>
            <a:pPr lvl="0"/>
            <a:r>
              <a:rPr lang="en-US" dirty="0"/>
              <a:t>Click to add your name</a:t>
            </a:r>
          </a:p>
        </p:txBody>
      </p:sp>
      <p:sp>
        <p:nvSpPr>
          <p:cNvPr id="10" name="Text Placeholder 8"/>
          <p:cNvSpPr>
            <a:spLocks noGrp="1"/>
          </p:cNvSpPr>
          <p:nvPr>
            <p:ph type="body" sz="quarter" idx="14" hasCustomPrompt="1"/>
          </p:nvPr>
        </p:nvSpPr>
        <p:spPr>
          <a:xfrm>
            <a:off x="515938" y="5344932"/>
            <a:ext cx="4175124" cy="1049676"/>
          </a:xfrm>
        </p:spPr>
        <p:txBody>
          <a:bodyPr anchor="t">
            <a:noAutofit/>
          </a:bodyPr>
          <a:lstStyle>
            <a:lvl1pPr marL="0" indent="0">
              <a:spcBef>
                <a:spcPts val="0"/>
              </a:spcBef>
              <a:buNone/>
              <a:defRPr sz="1000" baseline="0">
                <a:solidFill>
                  <a:schemeClr val="bg1"/>
                </a:solidFill>
              </a:defRPr>
            </a:lvl1pPr>
            <a:lvl2pPr marL="268287" indent="0">
              <a:buNone/>
              <a:defRPr sz="1400"/>
            </a:lvl2pPr>
            <a:lvl3pPr marL="536575" indent="0">
              <a:buNone/>
              <a:defRPr sz="1400"/>
            </a:lvl3pPr>
            <a:lvl4pPr marL="893763" indent="0">
              <a:buNone/>
              <a:defRPr sz="1400"/>
            </a:lvl4pPr>
            <a:lvl5pPr marL="1258887" indent="0">
              <a:buNone/>
              <a:defRPr sz="1400"/>
            </a:lvl5pPr>
          </a:lstStyle>
          <a:p>
            <a:pPr lvl="0"/>
            <a:r>
              <a:rPr lang="en-US" dirty="0"/>
              <a:t>Click to add Company name, Title, Department, Phone number,</a:t>
            </a:r>
            <a:br>
              <a:rPr lang="en-US" dirty="0"/>
            </a:br>
            <a:r>
              <a:rPr lang="en-US" dirty="0"/>
              <a:t>E-mail address, Web address</a:t>
            </a:r>
          </a:p>
        </p:txBody>
      </p:sp>
      <p:sp>
        <p:nvSpPr>
          <p:cNvPr id="6" name="ScaniaWordmark"/>
          <p:cNvSpPr>
            <a:spLocks noEditPoints="1"/>
          </p:cNvSpPr>
          <p:nvPr/>
        </p:nvSpPr>
        <p:spPr bwMode="auto">
          <a:xfrm>
            <a:off x="9852144" y="6215608"/>
            <a:ext cx="2026167" cy="343475"/>
          </a:xfrm>
          <a:custGeom>
            <a:avLst/>
            <a:gdLst>
              <a:gd name="T0" fmla="*/ 287 w 676"/>
              <a:gd name="T1" fmla="*/ 65 h 112"/>
              <a:gd name="T2" fmla="*/ 316 w 676"/>
              <a:gd name="T3" fmla="*/ 65 h 112"/>
              <a:gd name="T4" fmla="*/ 493 w 676"/>
              <a:gd name="T5" fmla="*/ 107 h 112"/>
              <a:gd name="T6" fmla="*/ 455 w 676"/>
              <a:gd name="T7" fmla="*/ 4 h 112"/>
              <a:gd name="T8" fmla="*/ 414 w 676"/>
              <a:gd name="T9" fmla="*/ 4 h 112"/>
              <a:gd name="T10" fmla="*/ 365 w 676"/>
              <a:gd name="T11" fmla="*/ 88 h 112"/>
              <a:gd name="T12" fmla="*/ 271 w 676"/>
              <a:gd name="T13" fmla="*/ 4 h 112"/>
              <a:gd name="T14" fmla="*/ 209 w 676"/>
              <a:gd name="T15" fmla="*/ 65 h 112"/>
              <a:gd name="T16" fmla="*/ 166 w 676"/>
              <a:gd name="T17" fmla="*/ 56 h 112"/>
              <a:gd name="T18" fmla="*/ 209 w 676"/>
              <a:gd name="T19" fmla="*/ 44 h 112"/>
              <a:gd name="T20" fmla="*/ 251 w 676"/>
              <a:gd name="T21" fmla="*/ 41 h 112"/>
              <a:gd name="T22" fmla="*/ 125 w 676"/>
              <a:gd name="T23" fmla="*/ 56 h 112"/>
              <a:gd name="T24" fmla="*/ 90 w 676"/>
              <a:gd name="T25" fmla="*/ 44 h 112"/>
              <a:gd name="T26" fmla="*/ 46 w 676"/>
              <a:gd name="T27" fmla="*/ 33 h 112"/>
              <a:gd name="T28" fmla="*/ 80 w 676"/>
              <a:gd name="T29" fmla="*/ 36 h 112"/>
              <a:gd name="T30" fmla="*/ 123 w 676"/>
              <a:gd name="T31" fmla="*/ 34 h 112"/>
              <a:gd name="T32" fmla="*/ 3 w 676"/>
              <a:gd name="T33" fmla="*/ 36 h 112"/>
              <a:gd name="T34" fmla="*/ 70 w 676"/>
              <a:gd name="T35" fmla="*/ 70 h 112"/>
              <a:gd name="T36" fmla="*/ 66 w 676"/>
              <a:gd name="T37" fmla="*/ 87 h 112"/>
              <a:gd name="T38" fmla="*/ 0 w 676"/>
              <a:gd name="T39" fmla="*/ 73 h 112"/>
              <a:gd name="T40" fmla="*/ 64 w 676"/>
              <a:gd name="T41" fmla="*/ 111 h 112"/>
              <a:gd name="T42" fmla="*/ 188 w 676"/>
              <a:gd name="T43" fmla="*/ 112 h 112"/>
              <a:gd name="T44" fmla="*/ 231 w 676"/>
              <a:gd name="T45" fmla="*/ 107 h 112"/>
              <a:gd name="T46" fmla="*/ 277 w 676"/>
              <a:gd name="T47" fmla="*/ 92 h 112"/>
              <a:gd name="T48" fmla="*/ 332 w 676"/>
              <a:gd name="T49" fmla="*/ 107 h 112"/>
              <a:gd name="T50" fmla="*/ 373 w 676"/>
              <a:gd name="T51" fmla="*/ 107 h 112"/>
              <a:gd name="T52" fmla="*/ 404 w 676"/>
              <a:gd name="T53" fmla="*/ 48 h 112"/>
              <a:gd name="T54" fmla="*/ 619 w 676"/>
              <a:gd name="T55" fmla="*/ 65 h 112"/>
              <a:gd name="T56" fmla="*/ 605 w 676"/>
              <a:gd name="T57" fmla="*/ 28 h 112"/>
              <a:gd name="T58" fmla="*/ 676 w 676"/>
              <a:gd name="T59" fmla="*/ 107 h 112"/>
              <a:gd name="T60" fmla="*/ 574 w 676"/>
              <a:gd name="T61" fmla="*/ 4 h 112"/>
              <a:gd name="T62" fmla="*/ 542 w 676"/>
              <a:gd name="T63" fmla="*/ 4 h 112"/>
              <a:gd name="T64" fmla="*/ 503 w 676"/>
              <a:gd name="T65" fmla="*/ 107 h 112"/>
              <a:gd name="T66" fmla="*/ 542 w 676"/>
              <a:gd name="T67" fmla="*/ 107 h 112"/>
              <a:gd name="T68" fmla="*/ 580 w 676"/>
              <a:gd name="T69" fmla="*/ 92 h 112"/>
              <a:gd name="T70" fmla="*/ 635 w 676"/>
              <a:gd name="T71" fmla="*/ 107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676" h="112">
                <a:moveTo>
                  <a:pt x="316" y="65"/>
                </a:moveTo>
                <a:cubicBezTo>
                  <a:pt x="287" y="65"/>
                  <a:pt x="287" y="65"/>
                  <a:pt x="287" y="65"/>
                </a:cubicBezTo>
                <a:cubicBezTo>
                  <a:pt x="302" y="28"/>
                  <a:pt x="302" y="28"/>
                  <a:pt x="302" y="28"/>
                </a:cubicBezTo>
                <a:lnTo>
                  <a:pt x="316" y="65"/>
                </a:lnTo>
                <a:close/>
                <a:moveTo>
                  <a:pt x="448" y="107"/>
                </a:moveTo>
                <a:cubicBezTo>
                  <a:pt x="493" y="107"/>
                  <a:pt x="493" y="107"/>
                  <a:pt x="493" y="107"/>
                </a:cubicBezTo>
                <a:cubicBezTo>
                  <a:pt x="493" y="4"/>
                  <a:pt x="493" y="4"/>
                  <a:pt x="493" y="4"/>
                </a:cubicBezTo>
                <a:cubicBezTo>
                  <a:pt x="455" y="4"/>
                  <a:pt x="455" y="4"/>
                  <a:pt x="455" y="4"/>
                </a:cubicBezTo>
                <a:cubicBezTo>
                  <a:pt x="455" y="58"/>
                  <a:pt x="455" y="58"/>
                  <a:pt x="455" y="58"/>
                </a:cubicBezTo>
                <a:cubicBezTo>
                  <a:pt x="414" y="4"/>
                  <a:pt x="414" y="4"/>
                  <a:pt x="414" y="4"/>
                </a:cubicBezTo>
                <a:cubicBezTo>
                  <a:pt x="365" y="4"/>
                  <a:pt x="365" y="4"/>
                  <a:pt x="365" y="4"/>
                </a:cubicBezTo>
                <a:cubicBezTo>
                  <a:pt x="365" y="88"/>
                  <a:pt x="365" y="88"/>
                  <a:pt x="365" y="88"/>
                </a:cubicBezTo>
                <a:cubicBezTo>
                  <a:pt x="333" y="4"/>
                  <a:pt x="333" y="4"/>
                  <a:pt x="333" y="4"/>
                </a:cubicBezTo>
                <a:cubicBezTo>
                  <a:pt x="271" y="4"/>
                  <a:pt x="271" y="4"/>
                  <a:pt x="271" y="4"/>
                </a:cubicBezTo>
                <a:cubicBezTo>
                  <a:pt x="247" y="65"/>
                  <a:pt x="247" y="65"/>
                  <a:pt x="247" y="65"/>
                </a:cubicBezTo>
                <a:cubicBezTo>
                  <a:pt x="209" y="65"/>
                  <a:pt x="209" y="65"/>
                  <a:pt x="209" y="65"/>
                </a:cubicBezTo>
                <a:cubicBezTo>
                  <a:pt x="207" y="77"/>
                  <a:pt x="200" y="83"/>
                  <a:pt x="188" y="83"/>
                </a:cubicBezTo>
                <a:cubicBezTo>
                  <a:pt x="174" y="83"/>
                  <a:pt x="166" y="73"/>
                  <a:pt x="166" y="56"/>
                </a:cubicBezTo>
                <a:cubicBezTo>
                  <a:pt x="166" y="39"/>
                  <a:pt x="174" y="28"/>
                  <a:pt x="188" y="28"/>
                </a:cubicBezTo>
                <a:cubicBezTo>
                  <a:pt x="200" y="28"/>
                  <a:pt x="207" y="34"/>
                  <a:pt x="209" y="44"/>
                </a:cubicBezTo>
                <a:cubicBezTo>
                  <a:pt x="251" y="44"/>
                  <a:pt x="251" y="44"/>
                  <a:pt x="251" y="44"/>
                </a:cubicBezTo>
                <a:cubicBezTo>
                  <a:pt x="251" y="41"/>
                  <a:pt x="251" y="41"/>
                  <a:pt x="251" y="41"/>
                </a:cubicBezTo>
                <a:cubicBezTo>
                  <a:pt x="251" y="18"/>
                  <a:pt x="231" y="0"/>
                  <a:pt x="188" y="0"/>
                </a:cubicBezTo>
                <a:cubicBezTo>
                  <a:pt x="142" y="0"/>
                  <a:pt x="125" y="23"/>
                  <a:pt x="125" y="56"/>
                </a:cubicBezTo>
                <a:cubicBezTo>
                  <a:pt x="125" y="56"/>
                  <a:pt x="125" y="57"/>
                  <a:pt x="125" y="58"/>
                </a:cubicBezTo>
                <a:cubicBezTo>
                  <a:pt x="119" y="51"/>
                  <a:pt x="108" y="47"/>
                  <a:pt x="90" y="44"/>
                </a:cubicBezTo>
                <a:cubicBezTo>
                  <a:pt x="63" y="40"/>
                  <a:pt x="63" y="40"/>
                  <a:pt x="63" y="40"/>
                </a:cubicBezTo>
                <a:cubicBezTo>
                  <a:pt x="53" y="39"/>
                  <a:pt x="46" y="38"/>
                  <a:pt x="46" y="33"/>
                </a:cubicBezTo>
                <a:cubicBezTo>
                  <a:pt x="46" y="28"/>
                  <a:pt x="50" y="24"/>
                  <a:pt x="61" y="24"/>
                </a:cubicBezTo>
                <a:cubicBezTo>
                  <a:pt x="73" y="24"/>
                  <a:pt x="80" y="29"/>
                  <a:pt x="80" y="36"/>
                </a:cubicBezTo>
                <a:cubicBezTo>
                  <a:pt x="123" y="36"/>
                  <a:pt x="123" y="36"/>
                  <a:pt x="123" y="36"/>
                </a:cubicBezTo>
                <a:cubicBezTo>
                  <a:pt x="123" y="34"/>
                  <a:pt x="123" y="34"/>
                  <a:pt x="123" y="34"/>
                </a:cubicBezTo>
                <a:cubicBezTo>
                  <a:pt x="123" y="13"/>
                  <a:pt x="103" y="0"/>
                  <a:pt x="63" y="0"/>
                </a:cubicBezTo>
                <a:cubicBezTo>
                  <a:pt x="21" y="0"/>
                  <a:pt x="3" y="15"/>
                  <a:pt x="3" y="36"/>
                </a:cubicBezTo>
                <a:cubicBezTo>
                  <a:pt x="3" y="53"/>
                  <a:pt x="14" y="62"/>
                  <a:pt x="39" y="66"/>
                </a:cubicBezTo>
                <a:cubicBezTo>
                  <a:pt x="70" y="70"/>
                  <a:pt x="70" y="70"/>
                  <a:pt x="70" y="70"/>
                </a:cubicBezTo>
                <a:cubicBezTo>
                  <a:pt x="80" y="72"/>
                  <a:pt x="84" y="74"/>
                  <a:pt x="84" y="78"/>
                </a:cubicBezTo>
                <a:cubicBezTo>
                  <a:pt x="84" y="84"/>
                  <a:pt x="78" y="87"/>
                  <a:pt x="66" y="87"/>
                </a:cubicBezTo>
                <a:cubicBezTo>
                  <a:pt x="52" y="87"/>
                  <a:pt x="45" y="81"/>
                  <a:pt x="45" y="73"/>
                </a:cubicBezTo>
                <a:cubicBezTo>
                  <a:pt x="0" y="73"/>
                  <a:pt x="0" y="73"/>
                  <a:pt x="0" y="73"/>
                </a:cubicBezTo>
                <a:cubicBezTo>
                  <a:pt x="0" y="75"/>
                  <a:pt x="0" y="75"/>
                  <a:pt x="0" y="75"/>
                </a:cubicBezTo>
                <a:cubicBezTo>
                  <a:pt x="0" y="98"/>
                  <a:pt x="22" y="111"/>
                  <a:pt x="64" y="111"/>
                </a:cubicBezTo>
                <a:cubicBezTo>
                  <a:pt x="103" y="111"/>
                  <a:pt x="126" y="103"/>
                  <a:pt x="129" y="81"/>
                </a:cubicBezTo>
                <a:cubicBezTo>
                  <a:pt x="137" y="100"/>
                  <a:pt x="156" y="112"/>
                  <a:pt x="188" y="112"/>
                </a:cubicBezTo>
                <a:cubicBezTo>
                  <a:pt x="213" y="112"/>
                  <a:pt x="228" y="105"/>
                  <a:pt x="236" y="94"/>
                </a:cubicBezTo>
                <a:cubicBezTo>
                  <a:pt x="231" y="107"/>
                  <a:pt x="231" y="107"/>
                  <a:pt x="231" y="107"/>
                </a:cubicBezTo>
                <a:cubicBezTo>
                  <a:pt x="271" y="107"/>
                  <a:pt x="271" y="107"/>
                  <a:pt x="271" y="107"/>
                </a:cubicBezTo>
                <a:cubicBezTo>
                  <a:pt x="277" y="92"/>
                  <a:pt x="277" y="92"/>
                  <a:pt x="277" y="92"/>
                </a:cubicBezTo>
                <a:cubicBezTo>
                  <a:pt x="326" y="92"/>
                  <a:pt x="326" y="92"/>
                  <a:pt x="326" y="92"/>
                </a:cubicBezTo>
                <a:cubicBezTo>
                  <a:pt x="332" y="107"/>
                  <a:pt x="332" y="107"/>
                  <a:pt x="332" y="107"/>
                </a:cubicBezTo>
                <a:cubicBezTo>
                  <a:pt x="365" y="107"/>
                  <a:pt x="365" y="107"/>
                  <a:pt x="365" y="107"/>
                </a:cubicBezTo>
                <a:cubicBezTo>
                  <a:pt x="373" y="107"/>
                  <a:pt x="373" y="107"/>
                  <a:pt x="373" y="107"/>
                </a:cubicBezTo>
                <a:cubicBezTo>
                  <a:pt x="404" y="107"/>
                  <a:pt x="404" y="107"/>
                  <a:pt x="404" y="107"/>
                </a:cubicBezTo>
                <a:cubicBezTo>
                  <a:pt x="404" y="48"/>
                  <a:pt x="404" y="48"/>
                  <a:pt x="404" y="48"/>
                </a:cubicBezTo>
                <a:lnTo>
                  <a:pt x="448" y="107"/>
                </a:lnTo>
                <a:close/>
                <a:moveTo>
                  <a:pt x="619" y="65"/>
                </a:moveTo>
                <a:cubicBezTo>
                  <a:pt x="591" y="65"/>
                  <a:pt x="591" y="65"/>
                  <a:pt x="591" y="65"/>
                </a:cubicBezTo>
                <a:cubicBezTo>
                  <a:pt x="605" y="28"/>
                  <a:pt x="605" y="28"/>
                  <a:pt x="605" y="28"/>
                </a:cubicBezTo>
                <a:lnTo>
                  <a:pt x="619" y="65"/>
                </a:lnTo>
                <a:close/>
                <a:moveTo>
                  <a:pt x="676" y="107"/>
                </a:moveTo>
                <a:cubicBezTo>
                  <a:pt x="637" y="4"/>
                  <a:pt x="637" y="4"/>
                  <a:pt x="637" y="4"/>
                </a:cubicBezTo>
                <a:cubicBezTo>
                  <a:pt x="574" y="4"/>
                  <a:pt x="574" y="4"/>
                  <a:pt x="574" y="4"/>
                </a:cubicBezTo>
                <a:cubicBezTo>
                  <a:pt x="542" y="88"/>
                  <a:pt x="542" y="88"/>
                  <a:pt x="542" y="88"/>
                </a:cubicBezTo>
                <a:cubicBezTo>
                  <a:pt x="542" y="4"/>
                  <a:pt x="542" y="4"/>
                  <a:pt x="542" y="4"/>
                </a:cubicBezTo>
                <a:cubicBezTo>
                  <a:pt x="503" y="4"/>
                  <a:pt x="503" y="4"/>
                  <a:pt x="503" y="4"/>
                </a:cubicBezTo>
                <a:cubicBezTo>
                  <a:pt x="503" y="107"/>
                  <a:pt x="503" y="107"/>
                  <a:pt x="503" y="107"/>
                </a:cubicBezTo>
                <a:cubicBezTo>
                  <a:pt x="535" y="107"/>
                  <a:pt x="535" y="107"/>
                  <a:pt x="535" y="107"/>
                </a:cubicBezTo>
                <a:cubicBezTo>
                  <a:pt x="542" y="107"/>
                  <a:pt x="542" y="107"/>
                  <a:pt x="542" y="107"/>
                </a:cubicBezTo>
                <a:cubicBezTo>
                  <a:pt x="575" y="107"/>
                  <a:pt x="575" y="107"/>
                  <a:pt x="575" y="107"/>
                </a:cubicBezTo>
                <a:cubicBezTo>
                  <a:pt x="580" y="92"/>
                  <a:pt x="580" y="92"/>
                  <a:pt x="580" y="92"/>
                </a:cubicBezTo>
                <a:cubicBezTo>
                  <a:pt x="630" y="92"/>
                  <a:pt x="630" y="92"/>
                  <a:pt x="630" y="92"/>
                </a:cubicBezTo>
                <a:cubicBezTo>
                  <a:pt x="635" y="107"/>
                  <a:pt x="635" y="107"/>
                  <a:pt x="635" y="107"/>
                </a:cubicBezTo>
                <a:lnTo>
                  <a:pt x="676" y="107"/>
                </a:lnTo>
                <a:close/>
              </a:path>
            </a:pathLst>
          </a:custGeom>
          <a:solidFill>
            <a:srgbClr val="FAFAF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 name="TextBox 6"/>
          <p:cNvSpPr txBox="1"/>
          <p:nvPr/>
        </p:nvSpPr>
        <p:spPr>
          <a:xfrm>
            <a:off x="0" y="-135898"/>
            <a:ext cx="839974" cy="123111"/>
          </a:xfrm>
          <a:prstGeom prst="rect">
            <a:avLst/>
          </a:prstGeom>
          <a:noFill/>
        </p:spPr>
        <p:txBody>
          <a:bodyPr wrap="none" lIns="0" tIns="0" rIns="0" bIns="0" rtlCol="0">
            <a:spAutoFit/>
          </a:bodyPr>
          <a:lstStyle/>
          <a:p>
            <a:r>
              <a:rPr lang="en-US" sz="800" b="1" dirty="0">
                <a:solidFill>
                  <a:schemeClr val="accent1"/>
                </a:solidFill>
              </a:rPr>
              <a:t>Last Page - Grey</a:t>
            </a:r>
          </a:p>
        </p:txBody>
      </p:sp>
      <p:pic>
        <p:nvPicPr>
          <p:cNvPr id="8" name="ScaniaSymbol"/>
          <p:cNvPicPr>
            <a:picLocks noChangeAspect="1"/>
          </p:cNvPicPr>
          <p:nvPr/>
        </p:nvPicPr>
        <p:blipFill rotWithShape="1">
          <a:blip r:embed="rId2">
            <a:extLst>
              <a:ext uri="{28A0092B-C50C-407E-A947-70E740481C1C}">
                <a14:useLocalDpi xmlns:a14="http://schemas.microsoft.com/office/drawing/2010/main" val="0"/>
              </a:ext>
            </a:extLst>
          </a:blip>
          <a:srcRect l="20689" t="22977" r="20094" b="23512"/>
          <a:stretch/>
        </p:blipFill>
        <p:spPr>
          <a:xfrm>
            <a:off x="11391926" y="261969"/>
            <a:ext cx="595533" cy="538132"/>
          </a:xfrm>
          <a:prstGeom prst="rect">
            <a:avLst/>
          </a:prstGeom>
        </p:spPr>
      </p:pic>
      <p:sp>
        <p:nvSpPr>
          <p:cNvPr id="11" name="ScaniaWordmark"/>
          <p:cNvSpPr>
            <a:spLocks noEditPoints="1"/>
          </p:cNvSpPr>
          <p:nvPr/>
        </p:nvSpPr>
        <p:spPr bwMode="auto">
          <a:xfrm>
            <a:off x="9852144" y="6215608"/>
            <a:ext cx="2026167" cy="343475"/>
          </a:xfrm>
          <a:custGeom>
            <a:avLst/>
            <a:gdLst>
              <a:gd name="T0" fmla="*/ 287 w 676"/>
              <a:gd name="T1" fmla="*/ 65 h 112"/>
              <a:gd name="T2" fmla="*/ 316 w 676"/>
              <a:gd name="T3" fmla="*/ 65 h 112"/>
              <a:gd name="T4" fmla="*/ 493 w 676"/>
              <a:gd name="T5" fmla="*/ 107 h 112"/>
              <a:gd name="T6" fmla="*/ 455 w 676"/>
              <a:gd name="T7" fmla="*/ 4 h 112"/>
              <a:gd name="T8" fmla="*/ 414 w 676"/>
              <a:gd name="T9" fmla="*/ 4 h 112"/>
              <a:gd name="T10" fmla="*/ 365 w 676"/>
              <a:gd name="T11" fmla="*/ 88 h 112"/>
              <a:gd name="T12" fmla="*/ 271 w 676"/>
              <a:gd name="T13" fmla="*/ 4 h 112"/>
              <a:gd name="T14" fmla="*/ 209 w 676"/>
              <a:gd name="T15" fmla="*/ 65 h 112"/>
              <a:gd name="T16" fmla="*/ 166 w 676"/>
              <a:gd name="T17" fmla="*/ 56 h 112"/>
              <a:gd name="T18" fmla="*/ 209 w 676"/>
              <a:gd name="T19" fmla="*/ 44 h 112"/>
              <a:gd name="T20" fmla="*/ 251 w 676"/>
              <a:gd name="T21" fmla="*/ 41 h 112"/>
              <a:gd name="T22" fmla="*/ 125 w 676"/>
              <a:gd name="T23" fmla="*/ 56 h 112"/>
              <a:gd name="T24" fmla="*/ 90 w 676"/>
              <a:gd name="T25" fmla="*/ 44 h 112"/>
              <a:gd name="T26" fmla="*/ 46 w 676"/>
              <a:gd name="T27" fmla="*/ 33 h 112"/>
              <a:gd name="T28" fmla="*/ 80 w 676"/>
              <a:gd name="T29" fmla="*/ 36 h 112"/>
              <a:gd name="T30" fmla="*/ 123 w 676"/>
              <a:gd name="T31" fmla="*/ 34 h 112"/>
              <a:gd name="T32" fmla="*/ 3 w 676"/>
              <a:gd name="T33" fmla="*/ 36 h 112"/>
              <a:gd name="T34" fmla="*/ 70 w 676"/>
              <a:gd name="T35" fmla="*/ 70 h 112"/>
              <a:gd name="T36" fmla="*/ 66 w 676"/>
              <a:gd name="T37" fmla="*/ 87 h 112"/>
              <a:gd name="T38" fmla="*/ 0 w 676"/>
              <a:gd name="T39" fmla="*/ 73 h 112"/>
              <a:gd name="T40" fmla="*/ 64 w 676"/>
              <a:gd name="T41" fmla="*/ 111 h 112"/>
              <a:gd name="T42" fmla="*/ 188 w 676"/>
              <a:gd name="T43" fmla="*/ 112 h 112"/>
              <a:gd name="T44" fmla="*/ 231 w 676"/>
              <a:gd name="T45" fmla="*/ 107 h 112"/>
              <a:gd name="T46" fmla="*/ 277 w 676"/>
              <a:gd name="T47" fmla="*/ 92 h 112"/>
              <a:gd name="T48" fmla="*/ 332 w 676"/>
              <a:gd name="T49" fmla="*/ 107 h 112"/>
              <a:gd name="T50" fmla="*/ 373 w 676"/>
              <a:gd name="T51" fmla="*/ 107 h 112"/>
              <a:gd name="T52" fmla="*/ 404 w 676"/>
              <a:gd name="T53" fmla="*/ 48 h 112"/>
              <a:gd name="T54" fmla="*/ 619 w 676"/>
              <a:gd name="T55" fmla="*/ 65 h 112"/>
              <a:gd name="T56" fmla="*/ 605 w 676"/>
              <a:gd name="T57" fmla="*/ 28 h 112"/>
              <a:gd name="T58" fmla="*/ 676 w 676"/>
              <a:gd name="T59" fmla="*/ 107 h 112"/>
              <a:gd name="T60" fmla="*/ 574 w 676"/>
              <a:gd name="T61" fmla="*/ 4 h 112"/>
              <a:gd name="T62" fmla="*/ 542 w 676"/>
              <a:gd name="T63" fmla="*/ 4 h 112"/>
              <a:gd name="T64" fmla="*/ 503 w 676"/>
              <a:gd name="T65" fmla="*/ 107 h 112"/>
              <a:gd name="T66" fmla="*/ 542 w 676"/>
              <a:gd name="T67" fmla="*/ 107 h 112"/>
              <a:gd name="T68" fmla="*/ 580 w 676"/>
              <a:gd name="T69" fmla="*/ 92 h 112"/>
              <a:gd name="T70" fmla="*/ 635 w 676"/>
              <a:gd name="T71" fmla="*/ 107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676" h="112">
                <a:moveTo>
                  <a:pt x="316" y="65"/>
                </a:moveTo>
                <a:cubicBezTo>
                  <a:pt x="287" y="65"/>
                  <a:pt x="287" y="65"/>
                  <a:pt x="287" y="65"/>
                </a:cubicBezTo>
                <a:cubicBezTo>
                  <a:pt x="302" y="28"/>
                  <a:pt x="302" y="28"/>
                  <a:pt x="302" y="28"/>
                </a:cubicBezTo>
                <a:lnTo>
                  <a:pt x="316" y="65"/>
                </a:lnTo>
                <a:close/>
                <a:moveTo>
                  <a:pt x="448" y="107"/>
                </a:moveTo>
                <a:cubicBezTo>
                  <a:pt x="493" y="107"/>
                  <a:pt x="493" y="107"/>
                  <a:pt x="493" y="107"/>
                </a:cubicBezTo>
                <a:cubicBezTo>
                  <a:pt x="493" y="4"/>
                  <a:pt x="493" y="4"/>
                  <a:pt x="493" y="4"/>
                </a:cubicBezTo>
                <a:cubicBezTo>
                  <a:pt x="455" y="4"/>
                  <a:pt x="455" y="4"/>
                  <a:pt x="455" y="4"/>
                </a:cubicBezTo>
                <a:cubicBezTo>
                  <a:pt x="455" y="58"/>
                  <a:pt x="455" y="58"/>
                  <a:pt x="455" y="58"/>
                </a:cubicBezTo>
                <a:cubicBezTo>
                  <a:pt x="414" y="4"/>
                  <a:pt x="414" y="4"/>
                  <a:pt x="414" y="4"/>
                </a:cubicBezTo>
                <a:cubicBezTo>
                  <a:pt x="365" y="4"/>
                  <a:pt x="365" y="4"/>
                  <a:pt x="365" y="4"/>
                </a:cubicBezTo>
                <a:cubicBezTo>
                  <a:pt x="365" y="88"/>
                  <a:pt x="365" y="88"/>
                  <a:pt x="365" y="88"/>
                </a:cubicBezTo>
                <a:cubicBezTo>
                  <a:pt x="333" y="4"/>
                  <a:pt x="333" y="4"/>
                  <a:pt x="333" y="4"/>
                </a:cubicBezTo>
                <a:cubicBezTo>
                  <a:pt x="271" y="4"/>
                  <a:pt x="271" y="4"/>
                  <a:pt x="271" y="4"/>
                </a:cubicBezTo>
                <a:cubicBezTo>
                  <a:pt x="247" y="65"/>
                  <a:pt x="247" y="65"/>
                  <a:pt x="247" y="65"/>
                </a:cubicBezTo>
                <a:cubicBezTo>
                  <a:pt x="209" y="65"/>
                  <a:pt x="209" y="65"/>
                  <a:pt x="209" y="65"/>
                </a:cubicBezTo>
                <a:cubicBezTo>
                  <a:pt x="207" y="77"/>
                  <a:pt x="200" y="83"/>
                  <a:pt x="188" y="83"/>
                </a:cubicBezTo>
                <a:cubicBezTo>
                  <a:pt x="174" y="83"/>
                  <a:pt x="166" y="73"/>
                  <a:pt x="166" y="56"/>
                </a:cubicBezTo>
                <a:cubicBezTo>
                  <a:pt x="166" y="39"/>
                  <a:pt x="174" y="28"/>
                  <a:pt x="188" y="28"/>
                </a:cubicBezTo>
                <a:cubicBezTo>
                  <a:pt x="200" y="28"/>
                  <a:pt x="207" y="34"/>
                  <a:pt x="209" y="44"/>
                </a:cubicBezTo>
                <a:cubicBezTo>
                  <a:pt x="251" y="44"/>
                  <a:pt x="251" y="44"/>
                  <a:pt x="251" y="44"/>
                </a:cubicBezTo>
                <a:cubicBezTo>
                  <a:pt x="251" y="41"/>
                  <a:pt x="251" y="41"/>
                  <a:pt x="251" y="41"/>
                </a:cubicBezTo>
                <a:cubicBezTo>
                  <a:pt x="251" y="18"/>
                  <a:pt x="231" y="0"/>
                  <a:pt x="188" y="0"/>
                </a:cubicBezTo>
                <a:cubicBezTo>
                  <a:pt x="142" y="0"/>
                  <a:pt x="125" y="23"/>
                  <a:pt x="125" y="56"/>
                </a:cubicBezTo>
                <a:cubicBezTo>
                  <a:pt x="125" y="56"/>
                  <a:pt x="125" y="57"/>
                  <a:pt x="125" y="58"/>
                </a:cubicBezTo>
                <a:cubicBezTo>
                  <a:pt x="119" y="51"/>
                  <a:pt x="108" y="47"/>
                  <a:pt x="90" y="44"/>
                </a:cubicBezTo>
                <a:cubicBezTo>
                  <a:pt x="63" y="40"/>
                  <a:pt x="63" y="40"/>
                  <a:pt x="63" y="40"/>
                </a:cubicBezTo>
                <a:cubicBezTo>
                  <a:pt x="53" y="39"/>
                  <a:pt x="46" y="38"/>
                  <a:pt x="46" y="33"/>
                </a:cubicBezTo>
                <a:cubicBezTo>
                  <a:pt x="46" y="28"/>
                  <a:pt x="50" y="24"/>
                  <a:pt x="61" y="24"/>
                </a:cubicBezTo>
                <a:cubicBezTo>
                  <a:pt x="73" y="24"/>
                  <a:pt x="80" y="29"/>
                  <a:pt x="80" y="36"/>
                </a:cubicBezTo>
                <a:cubicBezTo>
                  <a:pt x="123" y="36"/>
                  <a:pt x="123" y="36"/>
                  <a:pt x="123" y="36"/>
                </a:cubicBezTo>
                <a:cubicBezTo>
                  <a:pt x="123" y="34"/>
                  <a:pt x="123" y="34"/>
                  <a:pt x="123" y="34"/>
                </a:cubicBezTo>
                <a:cubicBezTo>
                  <a:pt x="123" y="13"/>
                  <a:pt x="103" y="0"/>
                  <a:pt x="63" y="0"/>
                </a:cubicBezTo>
                <a:cubicBezTo>
                  <a:pt x="21" y="0"/>
                  <a:pt x="3" y="15"/>
                  <a:pt x="3" y="36"/>
                </a:cubicBezTo>
                <a:cubicBezTo>
                  <a:pt x="3" y="53"/>
                  <a:pt x="14" y="62"/>
                  <a:pt x="39" y="66"/>
                </a:cubicBezTo>
                <a:cubicBezTo>
                  <a:pt x="70" y="70"/>
                  <a:pt x="70" y="70"/>
                  <a:pt x="70" y="70"/>
                </a:cubicBezTo>
                <a:cubicBezTo>
                  <a:pt x="80" y="72"/>
                  <a:pt x="84" y="74"/>
                  <a:pt x="84" y="78"/>
                </a:cubicBezTo>
                <a:cubicBezTo>
                  <a:pt x="84" y="84"/>
                  <a:pt x="78" y="87"/>
                  <a:pt x="66" y="87"/>
                </a:cubicBezTo>
                <a:cubicBezTo>
                  <a:pt x="52" y="87"/>
                  <a:pt x="45" y="81"/>
                  <a:pt x="45" y="73"/>
                </a:cubicBezTo>
                <a:cubicBezTo>
                  <a:pt x="0" y="73"/>
                  <a:pt x="0" y="73"/>
                  <a:pt x="0" y="73"/>
                </a:cubicBezTo>
                <a:cubicBezTo>
                  <a:pt x="0" y="75"/>
                  <a:pt x="0" y="75"/>
                  <a:pt x="0" y="75"/>
                </a:cubicBezTo>
                <a:cubicBezTo>
                  <a:pt x="0" y="98"/>
                  <a:pt x="22" y="111"/>
                  <a:pt x="64" y="111"/>
                </a:cubicBezTo>
                <a:cubicBezTo>
                  <a:pt x="103" y="111"/>
                  <a:pt x="126" y="103"/>
                  <a:pt x="129" y="81"/>
                </a:cubicBezTo>
                <a:cubicBezTo>
                  <a:pt x="137" y="100"/>
                  <a:pt x="156" y="112"/>
                  <a:pt x="188" y="112"/>
                </a:cubicBezTo>
                <a:cubicBezTo>
                  <a:pt x="213" y="112"/>
                  <a:pt x="228" y="105"/>
                  <a:pt x="236" y="94"/>
                </a:cubicBezTo>
                <a:cubicBezTo>
                  <a:pt x="231" y="107"/>
                  <a:pt x="231" y="107"/>
                  <a:pt x="231" y="107"/>
                </a:cubicBezTo>
                <a:cubicBezTo>
                  <a:pt x="271" y="107"/>
                  <a:pt x="271" y="107"/>
                  <a:pt x="271" y="107"/>
                </a:cubicBezTo>
                <a:cubicBezTo>
                  <a:pt x="277" y="92"/>
                  <a:pt x="277" y="92"/>
                  <a:pt x="277" y="92"/>
                </a:cubicBezTo>
                <a:cubicBezTo>
                  <a:pt x="326" y="92"/>
                  <a:pt x="326" y="92"/>
                  <a:pt x="326" y="92"/>
                </a:cubicBezTo>
                <a:cubicBezTo>
                  <a:pt x="332" y="107"/>
                  <a:pt x="332" y="107"/>
                  <a:pt x="332" y="107"/>
                </a:cubicBezTo>
                <a:cubicBezTo>
                  <a:pt x="365" y="107"/>
                  <a:pt x="365" y="107"/>
                  <a:pt x="365" y="107"/>
                </a:cubicBezTo>
                <a:cubicBezTo>
                  <a:pt x="373" y="107"/>
                  <a:pt x="373" y="107"/>
                  <a:pt x="373" y="107"/>
                </a:cubicBezTo>
                <a:cubicBezTo>
                  <a:pt x="404" y="107"/>
                  <a:pt x="404" y="107"/>
                  <a:pt x="404" y="107"/>
                </a:cubicBezTo>
                <a:cubicBezTo>
                  <a:pt x="404" y="48"/>
                  <a:pt x="404" y="48"/>
                  <a:pt x="404" y="48"/>
                </a:cubicBezTo>
                <a:lnTo>
                  <a:pt x="448" y="107"/>
                </a:lnTo>
                <a:close/>
                <a:moveTo>
                  <a:pt x="619" y="65"/>
                </a:moveTo>
                <a:cubicBezTo>
                  <a:pt x="591" y="65"/>
                  <a:pt x="591" y="65"/>
                  <a:pt x="591" y="65"/>
                </a:cubicBezTo>
                <a:cubicBezTo>
                  <a:pt x="605" y="28"/>
                  <a:pt x="605" y="28"/>
                  <a:pt x="605" y="28"/>
                </a:cubicBezTo>
                <a:lnTo>
                  <a:pt x="619" y="65"/>
                </a:lnTo>
                <a:close/>
                <a:moveTo>
                  <a:pt x="676" y="107"/>
                </a:moveTo>
                <a:cubicBezTo>
                  <a:pt x="637" y="4"/>
                  <a:pt x="637" y="4"/>
                  <a:pt x="637" y="4"/>
                </a:cubicBezTo>
                <a:cubicBezTo>
                  <a:pt x="574" y="4"/>
                  <a:pt x="574" y="4"/>
                  <a:pt x="574" y="4"/>
                </a:cubicBezTo>
                <a:cubicBezTo>
                  <a:pt x="542" y="88"/>
                  <a:pt x="542" y="88"/>
                  <a:pt x="542" y="88"/>
                </a:cubicBezTo>
                <a:cubicBezTo>
                  <a:pt x="542" y="4"/>
                  <a:pt x="542" y="4"/>
                  <a:pt x="542" y="4"/>
                </a:cubicBezTo>
                <a:cubicBezTo>
                  <a:pt x="503" y="4"/>
                  <a:pt x="503" y="4"/>
                  <a:pt x="503" y="4"/>
                </a:cubicBezTo>
                <a:cubicBezTo>
                  <a:pt x="503" y="107"/>
                  <a:pt x="503" y="107"/>
                  <a:pt x="503" y="107"/>
                </a:cubicBezTo>
                <a:cubicBezTo>
                  <a:pt x="535" y="107"/>
                  <a:pt x="535" y="107"/>
                  <a:pt x="535" y="107"/>
                </a:cubicBezTo>
                <a:cubicBezTo>
                  <a:pt x="542" y="107"/>
                  <a:pt x="542" y="107"/>
                  <a:pt x="542" y="107"/>
                </a:cubicBezTo>
                <a:cubicBezTo>
                  <a:pt x="575" y="107"/>
                  <a:pt x="575" y="107"/>
                  <a:pt x="575" y="107"/>
                </a:cubicBezTo>
                <a:cubicBezTo>
                  <a:pt x="580" y="92"/>
                  <a:pt x="580" y="92"/>
                  <a:pt x="580" y="92"/>
                </a:cubicBezTo>
                <a:cubicBezTo>
                  <a:pt x="630" y="92"/>
                  <a:pt x="630" y="92"/>
                  <a:pt x="630" y="92"/>
                </a:cubicBezTo>
                <a:cubicBezTo>
                  <a:pt x="635" y="107"/>
                  <a:pt x="635" y="107"/>
                  <a:pt x="635" y="107"/>
                </a:cubicBezTo>
                <a:lnTo>
                  <a:pt x="676" y="107"/>
                </a:lnTo>
                <a:close/>
              </a:path>
            </a:pathLst>
          </a:custGeom>
          <a:solidFill>
            <a:srgbClr val="FAFAF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 name="ScaniaWordmark">
            <a:extLst>
              <a:ext uri="{FF2B5EF4-FFF2-40B4-BE49-F238E27FC236}">
                <a16:creationId xmlns:a16="http://schemas.microsoft.com/office/drawing/2014/main" id="{CA39F27C-E458-4FC6-98F5-9F1B2B70E796}"/>
              </a:ext>
            </a:extLst>
          </p:cNvPr>
          <p:cNvSpPr>
            <a:spLocks noEditPoints="1"/>
          </p:cNvSpPr>
          <p:nvPr userDrawn="1"/>
        </p:nvSpPr>
        <p:spPr bwMode="auto">
          <a:xfrm>
            <a:off x="9852144" y="6215608"/>
            <a:ext cx="2026167" cy="343475"/>
          </a:xfrm>
          <a:custGeom>
            <a:avLst/>
            <a:gdLst>
              <a:gd name="T0" fmla="*/ 287 w 676"/>
              <a:gd name="T1" fmla="*/ 65 h 112"/>
              <a:gd name="T2" fmla="*/ 316 w 676"/>
              <a:gd name="T3" fmla="*/ 65 h 112"/>
              <a:gd name="T4" fmla="*/ 493 w 676"/>
              <a:gd name="T5" fmla="*/ 107 h 112"/>
              <a:gd name="T6" fmla="*/ 455 w 676"/>
              <a:gd name="T7" fmla="*/ 4 h 112"/>
              <a:gd name="T8" fmla="*/ 414 w 676"/>
              <a:gd name="T9" fmla="*/ 4 h 112"/>
              <a:gd name="T10" fmla="*/ 365 w 676"/>
              <a:gd name="T11" fmla="*/ 88 h 112"/>
              <a:gd name="T12" fmla="*/ 271 w 676"/>
              <a:gd name="T13" fmla="*/ 4 h 112"/>
              <a:gd name="T14" fmla="*/ 209 w 676"/>
              <a:gd name="T15" fmla="*/ 65 h 112"/>
              <a:gd name="T16" fmla="*/ 166 w 676"/>
              <a:gd name="T17" fmla="*/ 56 h 112"/>
              <a:gd name="T18" fmla="*/ 209 w 676"/>
              <a:gd name="T19" fmla="*/ 44 h 112"/>
              <a:gd name="T20" fmla="*/ 251 w 676"/>
              <a:gd name="T21" fmla="*/ 41 h 112"/>
              <a:gd name="T22" fmla="*/ 125 w 676"/>
              <a:gd name="T23" fmla="*/ 56 h 112"/>
              <a:gd name="T24" fmla="*/ 90 w 676"/>
              <a:gd name="T25" fmla="*/ 44 h 112"/>
              <a:gd name="T26" fmla="*/ 46 w 676"/>
              <a:gd name="T27" fmla="*/ 33 h 112"/>
              <a:gd name="T28" fmla="*/ 80 w 676"/>
              <a:gd name="T29" fmla="*/ 36 h 112"/>
              <a:gd name="T30" fmla="*/ 123 w 676"/>
              <a:gd name="T31" fmla="*/ 34 h 112"/>
              <a:gd name="T32" fmla="*/ 3 w 676"/>
              <a:gd name="T33" fmla="*/ 36 h 112"/>
              <a:gd name="T34" fmla="*/ 70 w 676"/>
              <a:gd name="T35" fmla="*/ 70 h 112"/>
              <a:gd name="T36" fmla="*/ 66 w 676"/>
              <a:gd name="T37" fmla="*/ 87 h 112"/>
              <a:gd name="T38" fmla="*/ 0 w 676"/>
              <a:gd name="T39" fmla="*/ 73 h 112"/>
              <a:gd name="T40" fmla="*/ 64 w 676"/>
              <a:gd name="T41" fmla="*/ 111 h 112"/>
              <a:gd name="T42" fmla="*/ 188 w 676"/>
              <a:gd name="T43" fmla="*/ 112 h 112"/>
              <a:gd name="T44" fmla="*/ 231 w 676"/>
              <a:gd name="T45" fmla="*/ 107 h 112"/>
              <a:gd name="T46" fmla="*/ 277 w 676"/>
              <a:gd name="T47" fmla="*/ 92 h 112"/>
              <a:gd name="T48" fmla="*/ 332 w 676"/>
              <a:gd name="T49" fmla="*/ 107 h 112"/>
              <a:gd name="T50" fmla="*/ 373 w 676"/>
              <a:gd name="T51" fmla="*/ 107 h 112"/>
              <a:gd name="T52" fmla="*/ 404 w 676"/>
              <a:gd name="T53" fmla="*/ 48 h 112"/>
              <a:gd name="T54" fmla="*/ 619 w 676"/>
              <a:gd name="T55" fmla="*/ 65 h 112"/>
              <a:gd name="T56" fmla="*/ 605 w 676"/>
              <a:gd name="T57" fmla="*/ 28 h 112"/>
              <a:gd name="T58" fmla="*/ 676 w 676"/>
              <a:gd name="T59" fmla="*/ 107 h 112"/>
              <a:gd name="T60" fmla="*/ 574 w 676"/>
              <a:gd name="T61" fmla="*/ 4 h 112"/>
              <a:gd name="T62" fmla="*/ 542 w 676"/>
              <a:gd name="T63" fmla="*/ 4 h 112"/>
              <a:gd name="T64" fmla="*/ 503 w 676"/>
              <a:gd name="T65" fmla="*/ 107 h 112"/>
              <a:gd name="T66" fmla="*/ 542 w 676"/>
              <a:gd name="T67" fmla="*/ 107 h 112"/>
              <a:gd name="T68" fmla="*/ 580 w 676"/>
              <a:gd name="T69" fmla="*/ 92 h 112"/>
              <a:gd name="T70" fmla="*/ 635 w 676"/>
              <a:gd name="T71" fmla="*/ 107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676" h="112">
                <a:moveTo>
                  <a:pt x="316" y="65"/>
                </a:moveTo>
                <a:cubicBezTo>
                  <a:pt x="287" y="65"/>
                  <a:pt x="287" y="65"/>
                  <a:pt x="287" y="65"/>
                </a:cubicBezTo>
                <a:cubicBezTo>
                  <a:pt x="302" y="28"/>
                  <a:pt x="302" y="28"/>
                  <a:pt x="302" y="28"/>
                </a:cubicBezTo>
                <a:lnTo>
                  <a:pt x="316" y="65"/>
                </a:lnTo>
                <a:close/>
                <a:moveTo>
                  <a:pt x="448" y="107"/>
                </a:moveTo>
                <a:cubicBezTo>
                  <a:pt x="493" y="107"/>
                  <a:pt x="493" y="107"/>
                  <a:pt x="493" y="107"/>
                </a:cubicBezTo>
                <a:cubicBezTo>
                  <a:pt x="493" y="4"/>
                  <a:pt x="493" y="4"/>
                  <a:pt x="493" y="4"/>
                </a:cubicBezTo>
                <a:cubicBezTo>
                  <a:pt x="455" y="4"/>
                  <a:pt x="455" y="4"/>
                  <a:pt x="455" y="4"/>
                </a:cubicBezTo>
                <a:cubicBezTo>
                  <a:pt x="455" y="58"/>
                  <a:pt x="455" y="58"/>
                  <a:pt x="455" y="58"/>
                </a:cubicBezTo>
                <a:cubicBezTo>
                  <a:pt x="414" y="4"/>
                  <a:pt x="414" y="4"/>
                  <a:pt x="414" y="4"/>
                </a:cubicBezTo>
                <a:cubicBezTo>
                  <a:pt x="365" y="4"/>
                  <a:pt x="365" y="4"/>
                  <a:pt x="365" y="4"/>
                </a:cubicBezTo>
                <a:cubicBezTo>
                  <a:pt x="365" y="88"/>
                  <a:pt x="365" y="88"/>
                  <a:pt x="365" y="88"/>
                </a:cubicBezTo>
                <a:cubicBezTo>
                  <a:pt x="333" y="4"/>
                  <a:pt x="333" y="4"/>
                  <a:pt x="333" y="4"/>
                </a:cubicBezTo>
                <a:cubicBezTo>
                  <a:pt x="271" y="4"/>
                  <a:pt x="271" y="4"/>
                  <a:pt x="271" y="4"/>
                </a:cubicBezTo>
                <a:cubicBezTo>
                  <a:pt x="247" y="65"/>
                  <a:pt x="247" y="65"/>
                  <a:pt x="247" y="65"/>
                </a:cubicBezTo>
                <a:cubicBezTo>
                  <a:pt x="209" y="65"/>
                  <a:pt x="209" y="65"/>
                  <a:pt x="209" y="65"/>
                </a:cubicBezTo>
                <a:cubicBezTo>
                  <a:pt x="207" y="77"/>
                  <a:pt x="200" y="83"/>
                  <a:pt x="188" y="83"/>
                </a:cubicBezTo>
                <a:cubicBezTo>
                  <a:pt x="174" y="83"/>
                  <a:pt x="166" y="73"/>
                  <a:pt x="166" y="56"/>
                </a:cubicBezTo>
                <a:cubicBezTo>
                  <a:pt x="166" y="39"/>
                  <a:pt x="174" y="28"/>
                  <a:pt x="188" y="28"/>
                </a:cubicBezTo>
                <a:cubicBezTo>
                  <a:pt x="200" y="28"/>
                  <a:pt x="207" y="34"/>
                  <a:pt x="209" y="44"/>
                </a:cubicBezTo>
                <a:cubicBezTo>
                  <a:pt x="251" y="44"/>
                  <a:pt x="251" y="44"/>
                  <a:pt x="251" y="44"/>
                </a:cubicBezTo>
                <a:cubicBezTo>
                  <a:pt x="251" y="41"/>
                  <a:pt x="251" y="41"/>
                  <a:pt x="251" y="41"/>
                </a:cubicBezTo>
                <a:cubicBezTo>
                  <a:pt x="251" y="18"/>
                  <a:pt x="231" y="0"/>
                  <a:pt x="188" y="0"/>
                </a:cubicBezTo>
                <a:cubicBezTo>
                  <a:pt x="142" y="0"/>
                  <a:pt x="125" y="23"/>
                  <a:pt x="125" y="56"/>
                </a:cubicBezTo>
                <a:cubicBezTo>
                  <a:pt x="125" y="56"/>
                  <a:pt x="125" y="57"/>
                  <a:pt x="125" y="58"/>
                </a:cubicBezTo>
                <a:cubicBezTo>
                  <a:pt x="119" y="51"/>
                  <a:pt x="108" y="47"/>
                  <a:pt x="90" y="44"/>
                </a:cubicBezTo>
                <a:cubicBezTo>
                  <a:pt x="63" y="40"/>
                  <a:pt x="63" y="40"/>
                  <a:pt x="63" y="40"/>
                </a:cubicBezTo>
                <a:cubicBezTo>
                  <a:pt x="53" y="39"/>
                  <a:pt x="46" y="38"/>
                  <a:pt x="46" y="33"/>
                </a:cubicBezTo>
                <a:cubicBezTo>
                  <a:pt x="46" y="28"/>
                  <a:pt x="50" y="24"/>
                  <a:pt x="61" y="24"/>
                </a:cubicBezTo>
                <a:cubicBezTo>
                  <a:pt x="73" y="24"/>
                  <a:pt x="80" y="29"/>
                  <a:pt x="80" y="36"/>
                </a:cubicBezTo>
                <a:cubicBezTo>
                  <a:pt x="123" y="36"/>
                  <a:pt x="123" y="36"/>
                  <a:pt x="123" y="36"/>
                </a:cubicBezTo>
                <a:cubicBezTo>
                  <a:pt x="123" y="34"/>
                  <a:pt x="123" y="34"/>
                  <a:pt x="123" y="34"/>
                </a:cubicBezTo>
                <a:cubicBezTo>
                  <a:pt x="123" y="13"/>
                  <a:pt x="103" y="0"/>
                  <a:pt x="63" y="0"/>
                </a:cubicBezTo>
                <a:cubicBezTo>
                  <a:pt x="21" y="0"/>
                  <a:pt x="3" y="15"/>
                  <a:pt x="3" y="36"/>
                </a:cubicBezTo>
                <a:cubicBezTo>
                  <a:pt x="3" y="53"/>
                  <a:pt x="14" y="62"/>
                  <a:pt x="39" y="66"/>
                </a:cubicBezTo>
                <a:cubicBezTo>
                  <a:pt x="70" y="70"/>
                  <a:pt x="70" y="70"/>
                  <a:pt x="70" y="70"/>
                </a:cubicBezTo>
                <a:cubicBezTo>
                  <a:pt x="80" y="72"/>
                  <a:pt x="84" y="74"/>
                  <a:pt x="84" y="78"/>
                </a:cubicBezTo>
                <a:cubicBezTo>
                  <a:pt x="84" y="84"/>
                  <a:pt x="78" y="87"/>
                  <a:pt x="66" y="87"/>
                </a:cubicBezTo>
                <a:cubicBezTo>
                  <a:pt x="52" y="87"/>
                  <a:pt x="45" y="81"/>
                  <a:pt x="45" y="73"/>
                </a:cubicBezTo>
                <a:cubicBezTo>
                  <a:pt x="0" y="73"/>
                  <a:pt x="0" y="73"/>
                  <a:pt x="0" y="73"/>
                </a:cubicBezTo>
                <a:cubicBezTo>
                  <a:pt x="0" y="75"/>
                  <a:pt x="0" y="75"/>
                  <a:pt x="0" y="75"/>
                </a:cubicBezTo>
                <a:cubicBezTo>
                  <a:pt x="0" y="98"/>
                  <a:pt x="22" y="111"/>
                  <a:pt x="64" y="111"/>
                </a:cubicBezTo>
                <a:cubicBezTo>
                  <a:pt x="103" y="111"/>
                  <a:pt x="126" y="103"/>
                  <a:pt x="129" y="81"/>
                </a:cubicBezTo>
                <a:cubicBezTo>
                  <a:pt x="137" y="100"/>
                  <a:pt x="156" y="112"/>
                  <a:pt x="188" y="112"/>
                </a:cubicBezTo>
                <a:cubicBezTo>
                  <a:pt x="213" y="112"/>
                  <a:pt x="228" y="105"/>
                  <a:pt x="236" y="94"/>
                </a:cubicBezTo>
                <a:cubicBezTo>
                  <a:pt x="231" y="107"/>
                  <a:pt x="231" y="107"/>
                  <a:pt x="231" y="107"/>
                </a:cubicBezTo>
                <a:cubicBezTo>
                  <a:pt x="271" y="107"/>
                  <a:pt x="271" y="107"/>
                  <a:pt x="271" y="107"/>
                </a:cubicBezTo>
                <a:cubicBezTo>
                  <a:pt x="277" y="92"/>
                  <a:pt x="277" y="92"/>
                  <a:pt x="277" y="92"/>
                </a:cubicBezTo>
                <a:cubicBezTo>
                  <a:pt x="326" y="92"/>
                  <a:pt x="326" y="92"/>
                  <a:pt x="326" y="92"/>
                </a:cubicBezTo>
                <a:cubicBezTo>
                  <a:pt x="332" y="107"/>
                  <a:pt x="332" y="107"/>
                  <a:pt x="332" y="107"/>
                </a:cubicBezTo>
                <a:cubicBezTo>
                  <a:pt x="365" y="107"/>
                  <a:pt x="365" y="107"/>
                  <a:pt x="365" y="107"/>
                </a:cubicBezTo>
                <a:cubicBezTo>
                  <a:pt x="373" y="107"/>
                  <a:pt x="373" y="107"/>
                  <a:pt x="373" y="107"/>
                </a:cubicBezTo>
                <a:cubicBezTo>
                  <a:pt x="404" y="107"/>
                  <a:pt x="404" y="107"/>
                  <a:pt x="404" y="107"/>
                </a:cubicBezTo>
                <a:cubicBezTo>
                  <a:pt x="404" y="48"/>
                  <a:pt x="404" y="48"/>
                  <a:pt x="404" y="48"/>
                </a:cubicBezTo>
                <a:lnTo>
                  <a:pt x="448" y="107"/>
                </a:lnTo>
                <a:close/>
                <a:moveTo>
                  <a:pt x="619" y="65"/>
                </a:moveTo>
                <a:cubicBezTo>
                  <a:pt x="591" y="65"/>
                  <a:pt x="591" y="65"/>
                  <a:pt x="591" y="65"/>
                </a:cubicBezTo>
                <a:cubicBezTo>
                  <a:pt x="605" y="28"/>
                  <a:pt x="605" y="28"/>
                  <a:pt x="605" y="28"/>
                </a:cubicBezTo>
                <a:lnTo>
                  <a:pt x="619" y="65"/>
                </a:lnTo>
                <a:close/>
                <a:moveTo>
                  <a:pt x="676" y="107"/>
                </a:moveTo>
                <a:cubicBezTo>
                  <a:pt x="637" y="4"/>
                  <a:pt x="637" y="4"/>
                  <a:pt x="637" y="4"/>
                </a:cubicBezTo>
                <a:cubicBezTo>
                  <a:pt x="574" y="4"/>
                  <a:pt x="574" y="4"/>
                  <a:pt x="574" y="4"/>
                </a:cubicBezTo>
                <a:cubicBezTo>
                  <a:pt x="542" y="88"/>
                  <a:pt x="542" y="88"/>
                  <a:pt x="542" y="88"/>
                </a:cubicBezTo>
                <a:cubicBezTo>
                  <a:pt x="542" y="4"/>
                  <a:pt x="542" y="4"/>
                  <a:pt x="542" y="4"/>
                </a:cubicBezTo>
                <a:cubicBezTo>
                  <a:pt x="503" y="4"/>
                  <a:pt x="503" y="4"/>
                  <a:pt x="503" y="4"/>
                </a:cubicBezTo>
                <a:cubicBezTo>
                  <a:pt x="503" y="107"/>
                  <a:pt x="503" y="107"/>
                  <a:pt x="503" y="107"/>
                </a:cubicBezTo>
                <a:cubicBezTo>
                  <a:pt x="535" y="107"/>
                  <a:pt x="535" y="107"/>
                  <a:pt x="535" y="107"/>
                </a:cubicBezTo>
                <a:cubicBezTo>
                  <a:pt x="542" y="107"/>
                  <a:pt x="542" y="107"/>
                  <a:pt x="542" y="107"/>
                </a:cubicBezTo>
                <a:cubicBezTo>
                  <a:pt x="575" y="107"/>
                  <a:pt x="575" y="107"/>
                  <a:pt x="575" y="107"/>
                </a:cubicBezTo>
                <a:cubicBezTo>
                  <a:pt x="580" y="92"/>
                  <a:pt x="580" y="92"/>
                  <a:pt x="580" y="92"/>
                </a:cubicBezTo>
                <a:cubicBezTo>
                  <a:pt x="630" y="92"/>
                  <a:pt x="630" y="92"/>
                  <a:pt x="630" y="92"/>
                </a:cubicBezTo>
                <a:cubicBezTo>
                  <a:pt x="635" y="107"/>
                  <a:pt x="635" y="107"/>
                  <a:pt x="635" y="107"/>
                </a:cubicBezTo>
                <a:lnTo>
                  <a:pt x="676" y="107"/>
                </a:lnTo>
                <a:close/>
              </a:path>
            </a:pathLst>
          </a:custGeom>
          <a:solidFill>
            <a:srgbClr val="FAFAF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1568004249"/>
      </p:ext>
    </p:extLst>
  </p:cSld>
  <p:clrMapOvr>
    <a:masterClrMapping/>
  </p:clrMapOvr>
  <p:hf hdr="0"/>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type="blank" preserve="1">
  <p:cSld name="Last Page/Chapter Divider - White">
    <p:spTree>
      <p:nvGrpSpPr>
        <p:cNvPr id="1" name=""/>
        <p:cNvGrpSpPr/>
        <p:nvPr/>
      </p:nvGrpSpPr>
      <p:grpSpPr>
        <a:xfrm>
          <a:off x="0" y="0"/>
          <a:ext cx="0" cy="0"/>
          <a:chOff x="0" y="0"/>
          <a:chExt cx="0" cy="0"/>
        </a:xfrm>
      </p:grpSpPr>
      <p:sp>
        <p:nvSpPr>
          <p:cNvPr id="7" name="TextBox 6"/>
          <p:cNvSpPr txBox="1"/>
          <p:nvPr/>
        </p:nvSpPr>
        <p:spPr>
          <a:xfrm>
            <a:off x="0" y="-135898"/>
            <a:ext cx="1335302" cy="123111"/>
          </a:xfrm>
          <a:prstGeom prst="rect">
            <a:avLst/>
          </a:prstGeom>
          <a:noFill/>
        </p:spPr>
        <p:txBody>
          <a:bodyPr wrap="none" lIns="0" tIns="0" rIns="0" bIns="0" rtlCol="0">
            <a:spAutoFit/>
          </a:bodyPr>
          <a:lstStyle/>
          <a:p>
            <a:r>
              <a:rPr lang="en-US" sz="800" b="1" dirty="0">
                <a:solidFill>
                  <a:schemeClr val="accent1"/>
                </a:solidFill>
              </a:rPr>
              <a:t>Last Page/Chapter Divider</a:t>
            </a:r>
          </a:p>
        </p:txBody>
      </p:sp>
      <p:pic>
        <p:nvPicPr>
          <p:cNvPr id="5" name="ScaniaSymbolLarge"/>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48933" y="1447796"/>
            <a:ext cx="6294133" cy="3547879"/>
          </a:xfrm>
          <a:prstGeom prst="rect">
            <a:avLst/>
          </a:prstGeom>
        </p:spPr>
      </p:pic>
    </p:spTree>
    <p:extLst>
      <p:ext uri="{BB962C8B-B14F-4D97-AF65-F5344CB8AC3E}">
        <p14:creationId xmlns:p14="http://schemas.microsoft.com/office/powerpoint/2010/main" val="1749166475"/>
      </p:ext>
    </p:extLst>
  </p:cSld>
  <p:clrMapOvr>
    <a:masterClrMapping/>
  </p:clrMapOvr>
  <p:hf hdr="0"/>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type="blank" preserve="1">
  <p:cSld name="Last Page/Chapter Divider - Blue">
    <p:bg>
      <p:bgPr>
        <a:solidFill>
          <a:schemeClr val="accent1"/>
        </a:solidFill>
        <a:effectLst/>
      </p:bgPr>
    </p:bg>
    <p:spTree>
      <p:nvGrpSpPr>
        <p:cNvPr id="1" name=""/>
        <p:cNvGrpSpPr/>
        <p:nvPr/>
      </p:nvGrpSpPr>
      <p:grpSpPr>
        <a:xfrm>
          <a:off x="0" y="0"/>
          <a:ext cx="0" cy="0"/>
          <a:chOff x="0" y="0"/>
          <a:chExt cx="0" cy="0"/>
        </a:xfrm>
      </p:grpSpPr>
      <p:sp>
        <p:nvSpPr>
          <p:cNvPr id="7" name="TextBox 6"/>
          <p:cNvSpPr txBox="1"/>
          <p:nvPr/>
        </p:nvSpPr>
        <p:spPr>
          <a:xfrm>
            <a:off x="0" y="-135898"/>
            <a:ext cx="1335302" cy="123111"/>
          </a:xfrm>
          <a:prstGeom prst="rect">
            <a:avLst/>
          </a:prstGeom>
          <a:noFill/>
        </p:spPr>
        <p:txBody>
          <a:bodyPr wrap="none" lIns="0" tIns="0" rIns="0" bIns="0" rtlCol="0">
            <a:spAutoFit/>
          </a:bodyPr>
          <a:lstStyle/>
          <a:p>
            <a:r>
              <a:rPr lang="en-US" sz="800" b="1" dirty="0">
                <a:solidFill>
                  <a:schemeClr val="accent1"/>
                </a:solidFill>
              </a:rPr>
              <a:t>Last Page/Chapter Divider</a:t>
            </a:r>
          </a:p>
        </p:txBody>
      </p:sp>
      <p:pic>
        <p:nvPicPr>
          <p:cNvPr id="5" name="ScaniaSymbolLarge"/>
          <p:cNvPicPr>
            <a:picLocks noChangeAspect="1"/>
          </p:cNvPicPr>
          <p:nvPr/>
        </p:nvPicPr>
        <p:blipFill rotWithShape="1">
          <a:blip r:embed="rId2">
            <a:extLst>
              <a:ext uri="{28A0092B-C50C-407E-A947-70E740481C1C}">
                <a14:useLocalDpi xmlns:a14="http://schemas.microsoft.com/office/drawing/2010/main" val="0"/>
              </a:ext>
            </a:extLst>
          </a:blip>
          <a:srcRect b="40698"/>
          <a:stretch/>
        </p:blipFill>
        <p:spPr>
          <a:xfrm>
            <a:off x="2948933" y="1447796"/>
            <a:ext cx="6294133" cy="2103971"/>
          </a:xfrm>
          <a:prstGeom prst="rect">
            <a:avLst/>
          </a:prstGeom>
        </p:spPr>
      </p:pic>
      <p:sp>
        <p:nvSpPr>
          <p:cNvPr id="4" name="ScaniaWordmark"/>
          <p:cNvSpPr>
            <a:spLocks noEditPoints="1"/>
          </p:cNvSpPr>
          <p:nvPr/>
        </p:nvSpPr>
        <p:spPr bwMode="auto">
          <a:xfrm>
            <a:off x="3276599" y="3768178"/>
            <a:ext cx="5634567" cy="955170"/>
          </a:xfrm>
          <a:custGeom>
            <a:avLst/>
            <a:gdLst>
              <a:gd name="T0" fmla="*/ 287 w 676"/>
              <a:gd name="T1" fmla="*/ 65 h 112"/>
              <a:gd name="T2" fmla="*/ 316 w 676"/>
              <a:gd name="T3" fmla="*/ 65 h 112"/>
              <a:gd name="T4" fmla="*/ 493 w 676"/>
              <a:gd name="T5" fmla="*/ 107 h 112"/>
              <a:gd name="T6" fmla="*/ 455 w 676"/>
              <a:gd name="T7" fmla="*/ 4 h 112"/>
              <a:gd name="T8" fmla="*/ 414 w 676"/>
              <a:gd name="T9" fmla="*/ 4 h 112"/>
              <a:gd name="T10" fmla="*/ 365 w 676"/>
              <a:gd name="T11" fmla="*/ 88 h 112"/>
              <a:gd name="T12" fmla="*/ 271 w 676"/>
              <a:gd name="T13" fmla="*/ 4 h 112"/>
              <a:gd name="T14" fmla="*/ 209 w 676"/>
              <a:gd name="T15" fmla="*/ 65 h 112"/>
              <a:gd name="T16" fmla="*/ 166 w 676"/>
              <a:gd name="T17" fmla="*/ 56 h 112"/>
              <a:gd name="T18" fmla="*/ 209 w 676"/>
              <a:gd name="T19" fmla="*/ 44 h 112"/>
              <a:gd name="T20" fmla="*/ 251 w 676"/>
              <a:gd name="T21" fmla="*/ 41 h 112"/>
              <a:gd name="T22" fmla="*/ 125 w 676"/>
              <a:gd name="T23" fmla="*/ 56 h 112"/>
              <a:gd name="T24" fmla="*/ 90 w 676"/>
              <a:gd name="T25" fmla="*/ 44 h 112"/>
              <a:gd name="T26" fmla="*/ 46 w 676"/>
              <a:gd name="T27" fmla="*/ 33 h 112"/>
              <a:gd name="T28" fmla="*/ 80 w 676"/>
              <a:gd name="T29" fmla="*/ 36 h 112"/>
              <a:gd name="T30" fmla="*/ 123 w 676"/>
              <a:gd name="T31" fmla="*/ 34 h 112"/>
              <a:gd name="T32" fmla="*/ 3 w 676"/>
              <a:gd name="T33" fmla="*/ 36 h 112"/>
              <a:gd name="T34" fmla="*/ 70 w 676"/>
              <a:gd name="T35" fmla="*/ 70 h 112"/>
              <a:gd name="T36" fmla="*/ 66 w 676"/>
              <a:gd name="T37" fmla="*/ 87 h 112"/>
              <a:gd name="T38" fmla="*/ 0 w 676"/>
              <a:gd name="T39" fmla="*/ 73 h 112"/>
              <a:gd name="T40" fmla="*/ 64 w 676"/>
              <a:gd name="T41" fmla="*/ 111 h 112"/>
              <a:gd name="T42" fmla="*/ 188 w 676"/>
              <a:gd name="T43" fmla="*/ 112 h 112"/>
              <a:gd name="T44" fmla="*/ 231 w 676"/>
              <a:gd name="T45" fmla="*/ 107 h 112"/>
              <a:gd name="T46" fmla="*/ 277 w 676"/>
              <a:gd name="T47" fmla="*/ 92 h 112"/>
              <a:gd name="T48" fmla="*/ 332 w 676"/>
              <a:gd name="T49" fmla="*/ 107 h 112"/>
              <a:gd name="T50" fmla="*/ 373 w 676"/>
              <a:gd name="T51" fmla="*/ 107 h 112"/>
              <a:gd name="T52" fmla="*/ 404 w 676"/>
              <a:gd name="T53" fmla="*/ 48 h 112"/>
              <a:gd name="T54" fmla="*/ 619 w 676"/>
              <a:gd name="T55" fmla="*/ 65 h 112"/>
              <a:gd name="T56" fmla="*/ 605 w 676"/>
              <a:gd name="T57" fmla="*/ 28 h 112"/>
              <a:gd name="T58" fmla="*/ 676 w 676"/>
              <a:gd name="T59" fmla="*/ 107 h 112"/>
              <a:gd name="T60" fmla="*/ 574 w 676"/>
              <a:gd name="T61" fmla="*/ 4 h 112"/>
              <a:gd name="T62" fmla="*/ 542 w 676"/>
              <a:gd name="T63" fmla="*/ 4 h 112"/>
              <a:gd name="T64" fmla="*/ 503 w 676"/>
              <a:gd name="T65" fmla="*/ 107 h 112"/>
              <a:gd name="T66" fmla="*/ 542 w 676"/>
              <a:gd name="T67" fmla="*/ 107 h 112"/>
              <a:gd name="T68" fmla="*/ 580 w 676"/>
              <a:gd name="T69" fmla="*/ 92 h 112"/>
              <a:gd name="T70" fmla="*/ 635 w 676"/>
              <a:gd name="T71" fmla="*/ 107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676" h="112">
                <a:moveTo>
                  <a:pt x="316" y="65"/>
                </a:moveTo>
                <a:cubicBezTo>
                  <a:pt x="287" y="65"/>
                  <a:pt x="287" y="65"/>
                  <a:pt x="287" y="65"/>
                </a:cubicBezTo>
                <a:cubicBezTo>
                  <a:pt x="302" y="28"/>
                  <a:pt x="302" y="28"/>
                  <a:pt x="302" y="28"/>
                </a:cubicBezTo>
                <a:lnTo>
                  <a:pt x="316" y="65"/>
                </a:lnTo>
                <a:close/>
                <a:moveTo>
                  <a:pt x="448" y="107"/>
                </a:moveTo>
                <a:cubicBezTo>
                  <a:pt x="493" y="107"/>
                  <a:pt x="493" y="107"/>
                  <a:pt x="493" y="107"/>
                </a:cubicBezTo>
                <a:cubicBezTo>
                  <a:pt x="493" y="4"/>
                  <a:pt x="493" y="4"/>
                  <a:pt x="493" y="4"/>
                </a:cubicBezTo>
                <a:cubicBezTo>
                  <a:pt x="455" y="4"/>
                  <a:pt x="455" y="4"/>
                  <a:pt x="455" y="4"/>
                </a:cubicBezTo>
                <a:cubicBezTo>
                  <a:pt x="455" y="58"/>
                  <a:pt x="455" y="58"/>
                  <a:pt x="455" y="58"/>
                </a:cubicBezTo>
                <a:cubicBezTo>
                  <a:pt x="414" y="4"/>
                  <a:pt x="414" y="4"/>
                  <a:pt x="414" y="4"/>
                </a:cubicBezTo>
                <a:cubicBezTo>
                  <a:pt x="365" y="4"/>
                  <a:pt x="365" y="4"/>
                  <a:pt x="365" y="4"/>
                </a:cubicBezTo>
                <a:cubicBezTo>
                  <a:pt x="365" y="88"/>
                  <a:pt x="365" y="88"/>
                  <a:pt x="365" y="88"/>
                </a:cubicBezTo>
                <a:cubicBezTo>
                  <a:pt x="333" y="4"/>
                  <a:pt x="333" y="4"/>
                  <a:pt x="333" y="4"/>
                </a:cubicBezTo>
                <a:cubicBezTo>
                  <a:pt x="271" y="4"/>
                  <a:pt x="271" y="4"/>
                  <a:pt x="271" y="4"/>
                </a:cubicBezTo>
                <a:cubicBezTo>
                  <a:pt x="247" y="65"/>
                  <a:pt x="247" y="65"/>
                  <a:pt x="247" y="65"/>
                </a:cubicBezTo>
                <a:cubicBezTo>
                  <a:pt x="209" y="65"/>
                  <a:pt x="209" y="65"/>
                  <a:pt x="209" y="65"/>
                </a:cubicBezTo>
                <a:cubicBezTo>
                  <a:pt x="207" y="77"/>
                  <a:pt x="200" y="83"/>
                  <a:pt x="188" y="83"/>
                </a:cubicBezTo>
                <a:cubicBezTo>
                  <a:pt x="174" y="83"/>
                  <a:pt x="166" y="73"/>
                  <a:pt x="166" y="56"/>
                </a:cubicBezTo>
                <a:cubicBezTo>
                  <a:pt x="166" y="39"/>
                  <a:pt x="174" y="28"/>
                  <a:pt x="188" y="28"/>
                </a:cubicBezTo>
                <a:cubicBezTo>
                  <a:pt x="200" y="28"/>
                  <a:pt x="207" y="34"/>
                  <a:pt x="209" y="44"/>
                </a:cubicBezTo>
                <a:cubicBezTo>
                  <a:pt x="251" y="44"/>
                  <a:pt x="251" y="44"/>
                  <a:pt x="251" y="44"/>
                </a:cubicBezTo>
                <a:cubicBezTo>
                  <a:pt x="251" y="41"/>
                  <a:pt x="251" y="41"/>
                  <a:pt x="251" y="41"/>
                </a:cubicBezTo>
                <a:cubicBezTo>
                  <a:pt x="251" y="18"/>
                  <a:pt x="231" y="0"/>
                  <a:pt x="188" y="0"/>
                </a:cubicBezTo>
                <a:cubicBezTo>
                  <a:pt x="142" y="0"/>
                  <a:pt x="125" y="23"/>
                  <a:pt x="125" y="56"/>
                </a:cubicBezTo>
                <a:cubicBezTo>
                  <a:pt x="125" y="56"/>
                  <a:pt x="125" y="57"/>
                  <a:pt x="125" y="58"/>
                </a:cubicBezTo>
                <a:cubicBezTo>
                  <a:pt x="119" y="51"/>
                  <a:pt x="108" y="47"/>
                  <a:pt x="90" y="44"/>
                </a:cubicBezTo>
                <a:cubicBezTo>
                  <a:pt x="63" y="40"/>
                  <a:pt x="63" y="40"/>
                  <a:pt x="63" y="40"/>
                </a:cubicBezTo>
                <a:cubicBezTo>
                  <a:pt x="53" y="39"/>
                  <a:pt x="46" y="38"/>
                  <a:pt x="46" y="33"/>
                </a:cubicBezTo>
                <a:cubicBezTo>
                  <a:pt x="46" y="28"/>
                  <a:pt x="50" y="24"/>
                  <a:pt x="61" y="24"/>
                </a:cubicBezTo>
                <a:cubicBezTo>
                  <a:pt x="73" y="24"/>
                  <a:pt x="80" y="29"/>
                  <a:pt x="80" y="36"/>
                </a:cubicBezTo>
                <a:cubicBezTo>
                  <a:pt x="123" y="36"/>
                  <a:pt x="123" y="36"/>
                  <a:pt x="123" y="36"/>
                </a:cubicBezTo>
                <a:cubicBezTo>
                  <a:pt x="123" y="34"/>
                  <a:pt x="123" y="34"/>
                  <a:pt x="123" y="34"/>
                </a:cubicBezTo>
                <a:cubicBezTo>
                  <a:pt x="123" y="13"/>
                  <a:pt x="103" y="0"/>
                  <a:pt x="63" y="0"/>
                </a:cubicBezTo>
                <a:cubicBezTo>
                  <a:pt x="21" y="0"/>
                  <a:pt x="3" y="15"/>
                  <a:pt x="3" y="36"/>
                </a:cubicBezTo>
                <a:cubicBezTo>
                  <a:pt x="3" y="53"/>
                  <a:pt x="14" y="62"/>
                  <a:pt x="39" y="66"/>
                </a:cubicBezTo>
                <a:cubicBezTo>
                  <a:pt x="70" y="70"/>
                  <a:pt x="70" y="70"/>
                  <a:pt x="70" y="70"/>
                </a:cubicBezTo>
                <a:cubicBezTo>
                  <a:pt x="80" y="72"/>
                  <a:pt x="84" y="74"/>
                  <a:pt x="84" y="78"/>
                </a:cubicBezTo>
                <a:cubicBezTo>
                  <a:pt x="84" y="84"/>
                  <a:pt x="78" y="87"/>
                  <a:pt x="66" y="87"/>
                </a:cubicBezTo>
                <a:cubicBezTo>
                  <a:pt x="52" y="87"/>
                  <a:pt x="45" y="81"/>
                  <a:pt x="45" y="73"/>
                </a:cubicBezTo>
                <a:cubicBezTo>
                  <a:pt x="0" y="73"/>
                  <a:pt x="0" y="73"/>
                  <a:pt x="0" y="73"/>
                </a:cubicBezTo>
                <a:cubicBezTo>
                  <a:pt x="0" y="75"/>
                  <a:pt x="0" y="75"/>
                  <a:pt x="0" y="75"/>
                </a:cubicBezTo>
                <a:cubicBezTo>
                  <a:pt x="0" y="98"/>
                  <a:pt x="22" y="111"/>
                  <a:pt x="64" y="111"/>
                </a:cubicBezTo>
                <a:cubicBezTo>
                  <a:pt x="103" y="111"/>
                  <a:pt x="126" y="103"/>
                  <a:pt x="129" y="81"/>
                </a:cubicBezTo>
                <a:cubicBezTo>
                  <a:pt x="137" y="100"/>
                  <a:pt x="156" y="112"/>
                  <a:pt x="188" y="112"/>
                </a:cubicBezTo>
                <a:cubicBezTo>
                  <a:pt x="213" y="112"/>
                  <a:pt x="228" y="105"/>
                  <a:pt x="236" y="94"/>
                </a:cubicBezTo>
                <a:cubicBezTo>
                  <a:pt x="231" y="107"/>
                  <a:pt x="231" y="107"/>
                  <a:pt x="231" y="107"/>
                </a:cubicBezTo>
                <a:cubicBezTo>
                  <a:pt x="271" y="107"/>
                  <a:pt x="271" y="107"/>
                  <a:pt x="271" y="107"/>
                </a:cubicBezTo>
                <a:cubicBezTo>
                  <a:pt x="277" y="92"/>
                  <a:pt x="277" y="92"/>
                  <a:pt x="277" y="92"/>
                </a:cubicBezTo>
                <a:cubicBezTo>
                  <a:pt x="326" y="92"/>
                  <a:pt x="326" y="92"/>
                  <a:pt x="326" y="92"/>
                </a:cubicBezTo>
                <a:cubicBezTo>
                  <a:pt x="332" y="107"/>
                  <a:pt x="332" y="107"/>
                  <a:pt x="332" y="107"/>
                </a:cubicBezTo>
                <a:cubicBezTo>
                  <a:pt x="365" y="107"/>
                  <a:pt x="365" y="107"/>
                  <a:pt x="365" y="107"/>
                </a:cubicBezTo>
                <a:cubicBezTo>
                  <a:pt x="373" y="107"/>
                  <a:pt x="373" y="107"/>
                  <a:pt x="373" y="107"/>
                </a:cubicBezTo>
                <a:cubicBezTo>
                  <a:pt x="404" y="107"/>
                  <a:pt x="404" y="107"/>
                  <a:pt x="404" y="107"/>
                </a:cubicBezTo>
                <a:cubicBezTo>
                  <a:pt x="404" y="48"/>
                  <a:pt x="404" y="48"/>
                  <a:pt x="404" y="48"/>
                </a:cubicBezTo>
                <a:lnTo>
                  <a:pt x="448" y="107"/>
                </a:lnTo>
                <a:close/>
                <a:moveTo>
                  <a:pt x="619" y="65"/>
                </a:moveTo>
                <a:cubicBezTo>
                  <a:pt x="591" y="65"/>
                  <a:pt x="591" y="65"/>
                  <a:pt x="591" y="65"/>
                </a:cubicBezTo>
                <a:cubicBezTo>
                  <a:pt x="605" y="28"/>
                  <a:pt x="605" y="28"/>
                  <a:pt x="605" y="28"/>
                </a:cubicBezTo>
                <a:lnTo>
                  <a:pt x="619" y="65"/>
                </a:lnTo>
                <a:close/>
                <a:moveTo>
                  <a:pt x="676" y="107"/>
                </a:moveTo>
                <a:cubicBezTo>
                  <a:pt x="637" y="4"/>
                  <a:pt x="637" y="4"/>
                  <a:pt x="637" y="4"/>
                </a:cubicBezTo>
                <a:cubicBezTo>
                  <a:pt x="574" y="4"/>
                  <a:pt x="574" y="4"/>
                  <a:pt x="574" y="4"/>
                </a:cubicBezTo>
                <a:cubicBezTo>
                  <a:pt x="542" y="88"/>
                  <a:pt x="542" y="88"/>
                  <a:pt x="542" y="88"/>
                </a:cubicBezTo>
                <a:cubicBezTo>
                  <a:pt x="542" y="4"/>
                  <a:pt x="542" y="4"/>
                  <a:pt x="542" y="4"/>
                </a:cubicBezTo>
                <a:cubicBezTo>
                  <a:pt x="503" y="4"/>
                  <a:pt x="503" y="4"/>
                  <a:pt x="503" y="4"/>
                </a:cubicBezTo>
                <a:cubicBezTo>
                  <a:pt x="503" y="107"/>
                  <a:pt x="503" y="107"/>
                  <a:pt x="503" y="107"/>
                </a:cubicBezTo>
                <a:cubicBezTo>
                  <a:pt x="535" y="107"/>
                  <a:pt x="535" y="107"/>
                  <a:pt x="535" y="107"/>
                </a:cubicBezTo>
                <a:cubicBezTo>
                  <a:pt x="542" y="107"/>
                  <a:pt x="542" y="107"/>
                  <a:pt x="542" y="107"/>
                </a:cubicBezTo>
                <a:cubicBezTo>
                  <a:pt x="575" y="107"/>
                  <a:pt x="575" y="107"/>
                  <a:pt x="575" y="107"/>
                </a:cubicBezTo>
                <a:cubicBezTo>
                  <a:pt x="580" y="92"/>
                  <a:pt x="580" y="92"/>
                  <a:pt x="580" y="92"/>
                </a:cubicBezTo>
                <a:cubicBezTo>
                  <a:pt x="630" y="92"/>
                  <a:pt x="630" y="92"/>
                  <a:pt x="630" y="92"/>
                </a:cubicBezTo>
                <a:cubicBezTo>
                  <a:pt x="635" y="107"/>
                  <a:pt x="635" y="107"/>
                  <a:pt x="635" y="107"/>
                </a:cubicBezTo>
                <a:lnTo>
                  <a:pt x="676" y="107"/>
                </a:lnTo>
                <a:close/>
              </a:path>
            </a:pathLst>
          </a:custGeom>
          <a:solidFill>
            <a:srgbClr val="FAFAF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 name="ScaniaWordmark">
            <a:extLst>
              <a:ext uri="{FF2B5EF4-FFF2-40B4-BE49-F238E27FC236}">
                <a16:creationId xmlns:a16="http://schemas.microsoft.com/office/drawing/2014/main" id="{35DCC831-1B62-41CF-93BA-7890C7F0782C}"/>
              </a:ext>
            </a:extLst>
          </p:cNvPr>
          <p:cNvSpPr>
            <a:spLocks noEditPoints="1"/>
          </p:cNvSpPr>
          <p:nvPr userDrawn="1"/>
        </p:nvSpPr>
        <p:spPr bwMode="auto">
          <a:xfrm>
            <a:off x="3276599" y="3768178"/>
            <a:ext cx="5634567" cy="955170"/>
          </a:xfrm>
          <a:custGeom>
            <a:avLst/>
            <a:gdLst>
              <a:gd name="T0" fmla="*/ 287 w 676"/>
              <a:gd name="T1" fmla="*/ 65 h 112"/>
              <a:gd name="T2" fmla="*/ 316 w 676"/>
              <a:gd name="T3" fmla="*/ 65 h 112"/>
              <a:gd name="T4" fmla="*/ 493 w 676"/>
              <a:gd name="T5" fmla="*/ 107 h 112"/>
              <a:gd name="T6" fmla="*/ 455 w 676"/>
              <a:gd name="T7" fmla="*/ 4 h 112"/>
              <a:gd name="T8" fmla="*/ 414 w 676"/>
              <a:gd name="T9" fmla="*/ 4 h 112"/>
              <a:gd name="T10" fmla="*/ 365 w 676"/>
              <a:gd name="T11" fmla="*/ 88 h 112"/>
              <a:gd name="T12" fmla="*/ 271 w 676"/>
              <a:gd name="T13" fmla="*/ 4 h 112"/>
              <a:gd name="T14" fmla="*/ 209 w 676"/>
              <a:gd name="T15" fmla="*/ 65 h 112"/>
              <a:gd name="T16" fmla="*/ 166 w 676"/>
              <a:gd name="T17" fmla="*/ 56 h 112"/>
              <a:gd name="T18" fmla="*/ 209 w 676"/>
              <a:gd name="T19" fmla="*/ 44 h 112"/>
              <a:gd name="T20" fmla="*/ 251 w 676"/>
              <a:gd name="T21" fmla="*/ 41 h 112"/>
              <a:gd name="T22" fmla="*/ 125 w 676"/>
              <a:gd name="T23" fmla="*/ 56 h 112"/>
              <a:gd name="T24" fmla="*/ 90 w 676"/>
              <a:gd name="T25" fmla="*/ 44 h 112"/>
              <a:gd name="T26" fmla="*/ 46 w 676"/>
              <a:gd name="T27" fmla="*/ 33 h 112"/>
              <a:gd name="T28" fmla="*/ 80 w 676"/>
              <a:gd name="T29" fmla="*/ 36 h 112"/>
              <a:gd name="T30" fmla="*/ 123 w 676"/>
              <a:gd name="T31" fmla="*/ 34 h 112"/>
              <a:gd name="T32" fmla="*/ 3 w 676"/>
              <a:gd name="T33" fmla="*/ 36 h 112"/>
              <a:gd name="T34" fmla="*/ 70 w 676"/>
              <a:gd name="T35" fmla="*/ 70 h 112"/>
              <a:gd name="T36" fmla="*/ 66 w 676"/>
              <a:gd name="T37" fmla="*/ 87 h 112"/>
              <a:gd name="T38" fmla="*/ 0 w 676"/>
              <a:gd name="T39" fmla="*/ 73 h 112"/>
              <a:gd name="T40" fmla="*/ 64 w 676"/>
              <a:gd name="T41" fmla="*/ 111 h 112"/>
              <a:gd name="T42" fmla="*/ 188 w 676"/>
              <a:gd name="T43" fmla="*/ 112 h 112"/>
              <a:gd name="T44" fmla="*/ 231 w 676"/>
              <a:gd name="T45" fmla="*/ 107 h 112"/>
              <a:gd name="T46" fmla="*/ 277 w 676"/>
              <a:gd name="T47" fmla="*/ 92 h 112"/>
              <a:gd name="T48" fmla="*/ 332 w 676"/>
              <a:gd name="T49" fmla="*/ 107 h 112"/>
              <a:gd name="T50" fmla="*/ 373 w 676"/>
              <a:gd name="T51" fmla="*/ 107 h 112"/>
              <a:gd name="T52" fmla="*/ 404 w 676"/>
              <a:gd name="T53" fmla="*/ 48 h 112"/>
              <a:gd name="T54" fmla="*/ 619 w 676"/>
              <a:gd name="T55" fmla="*/ 65 h 112"/>
              <a:gd name="T56" fmla="*/ 605 w 676"/>
              <a:gd name="T57" fmla="*/ 28 h 112"/>
              <a:gd name="T58" fmla="*/ 676 w 676"/>
              <a:gd name="T59" fmla="*/ 107 h 112"/>
              <a:gd name="T60" fmla="*/ 574 w 676"/>
              <a:gd name="T61" fmla="*/ 4 h 112"/>
              <a:gd name="T62" fmla="*/ 542 w 676"/>
              <a:gd name="T63" fmla="*/ 4 h 112"/>
              <a:gd name="T64" fmla="*/ 503 w 676"/>
              <a:gd name="T65" fmla="*/ 107 h 112"/>
              <a:gd name="T66" fmla="*/ 542 w 676"/>
              <a:gd name="T67" fmla="*/ 107 h 112"/>
              <a:gd name="T68" fmla="*/ 580 w 676"/>
              <a:gd name="T69" fmla="*/ 92 h 112"/>
              <a:gd name="T70" fmla="*/ 635 w 676"/>
              <a:gd name="T71" fmla="*/ 107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676" h="112">
                <a:moveTo>
                  <a:pt x="316" y="65"/>
                </a:moveTo>
                <a:cubicBezTo>
                  <a:pt x="287" y="65"/>
                  <a:pt x="287" y="65"/>
                  <a:pt x="287" y="65"/>
                </a:cubicBezTo>
                <a:cubicBezTo>
                  <a:pt x="302" y="28"/>
                  <a:pt x="302" y="28"/>
                  <a:pt x="302" y="28"/>
                </a:cubicBezTo>
                <a:lnTo>
                  <a:pt x="316" y="65"/>
                </a:lnTo>
                <a:close/>
                <a:moveTo>
                  <a:pt x="448" y="107"/>
                </a:moveTo>
                <a:cubicBezTo>
                  <a:pt x="493" y="107"/>
                  <a:pt x="493" y="107"/>
                  <a:pt x="493" y="107"/>
                </a:cubicBezTo>
                <a:cubicBezTo>
                  <a:pt x="493" y="4"/>
                  <a:pt x="493" y="4"/>
                  <a:pt x="493" y="4"/>
                </a:cubicBezTo>
                <a:cubicBezTo>
                  <a:pt x="455" y="4"/>
                  <a:pt x="455" y="4"/>
                  <a:pt x="455" y="4"/>
                </a:cubicBezTo>
                <a:cubicBezTo>
                  <a:pt x="455" y="58"/>
                  <a:pt x="455" y="58"/>
                  <a:pt x="455" y="58"/>
                </a:cubicBezTo>
                <a:cubicBezTo>
                  <a:pt x="414" y="4"/>
                  <a:pt x="414" y="4"/>
                  <a:pt x="414" y="4"/>
                </a:cubicBezTo>
                <a:cubicBezTo>
                  <a:pt x="365" y="4"/>
                  <a:pt x="365" y="4"/>
                  <a:pt x="365" y="4"/>
                </a:cubicBezTo>
                <a:cubicBezTo>
                  <a:pt x="365" y="88"/>
                  <a:pt x="365" y="88"/>
                  <a:pt x="365" y="88"/>
                </a:cubicBezTo>
                <a:cubicBezTo>
                  <a:pt x="333" y="4"/>
                  <a:pt x="333" y="4"/>
                  <a:pt x="333" y="4"/>
                </a:cubicBezTo>
                <a:cubicBezTo>
                  <a:pt x="271" y="4"/>
                  <a:pt x="271" y="4"/>
                  <a:pt x="271" y="4"/>
                </a:cubicBezTo>
                <a:cubicBezTo>
                  <a:pt x="247" y="65"/>
                  <a:pt x="247" y="65"/>
                  <a:pt x="247" y="65"/>
                </a:cubicBezTo>
                <a:cubicBezTo>
                  <a:pt x="209" y="65"/>
                  <a:pt x="209" y="65"/>
                  <a:pt x="209" y="65"/>
                </a:cubicBezTo>
                <a:cubicBezTo>
                  <a:pt x="207" y="77"/>
                  <a:pt x="200" y="83"/>
                  <a:pt x="188" y="83"/>
                </a:cubicBezTo>
                <a:cubicBezTo>
                  <a:pt x="174" y="83"/>
                  <a:pt x="166" y="73"/>
                  <a:pt x="166" y="56"/>
                </a:cubicBezTo>
                <a:cubicBezTo>
                  <a:pt x="166" y="39"/>
                  <a:pt x="174" y="28"/>
                  <a:pt x="188" y="28"/>
                </a:cubicBezTo>
                <a:cubicBezTo>
                  <a:pt x="200" y="28"/>
                  <a:pt x="207" y="34"/>
                  <a:pt x="209" y="44"/>
                </a:cubicBezTo>
                <a:cubicBezTo>
                  <a:pt x="251" y="44"/>
                  <a:pt x="251" y="44"/>
                  <a:pt x="251" y="44"/>
                </a:cubicBezTo>
                <a:cubicBezTo>
                  <a:pt x="251" y="41"/>
                  <a:pt x="251" y="41"/>
                  <a:pt x="251" y="41"/>
                </a:cubicBezTo>
                <a:cubicBezTo>
                  <a:pt x="251" y="18"/>
                  <a:pt x="231" y="0"/>
                  <a:pt x="188" y="0"/>
                </a:cubicBezTo>
                <a:cubicBezTo>
                  <a:pt x="142" y="0"/>
                  <a:pt x="125" y="23"/>
                  <a:pt x="125" y="56"/>
                </a:cubicBezTo>
                <a:cubicBezTo>
                  <a:pt x="125" y="56"/>
                  <a:pt x="125" y="57"/>
                  <a:pt x="125" y="58"/>
                </a:cubicBezTo>
                <a:cubicBezTo>
                  <a:pt x="119" y="51"/>
                  <a:pt x="108" y="47"/>
                  <a:pt x="90" y="44"/>
                </a:cubicBezTo>
                <a:cubicBezTo>
                  <a:pt x="63" y="40"/>
                  <a:pt x="63" y="40"/>
                  <a:pt x="63" y="40"/>
                </a:cubicBezTo>
                <a:cubicBezTo>
                  <a:pt x="53" y="39"/>
                  <a:pt x="46" y="38"/>
                  <a:pt x="46" y="33"/>
                </a:cubicBezTo>
                <a:cubicBezTo>
                  <a:pt x="46" y="28"/>
                  <a:pt x="50" y="24"/>
                  <a:pt x="61" y="24"/>
                </a:cubicBezTo>
                <a:cubicBezTo>
                  <a:pt x="73" y="24"/>
                  <a:pt x="80" y="29"/>
                  <a:pt x="80" y="36"/>
                </a:cubicBezTo>
                <a:cubicBezTo>
                  <a:pt x="123" y="36"/>
                  <a:pt x="123" y="36"/>
                  <a:pt x="123" y="36"/>
                </a:cubicBezTo>
                <a:cubicBezTo>
                  <a:pt x="123" y="34"/>
                  <a:pt x="123" y="34"/>
                  <a:pt x="123" y="34"/>
                </a:cubicBezTo>
                <a:cubicBezTo>
                  <a:pt x="123" y="13"/>
                  <a:pt x="103" y="0"/>
                  <a:pt x="63" y="0"/>
                </a:cubicBezTo>
                <a:cubicBezTo>
                  <a:pt x="21" y="0"/>
                  <a:pt x="3" y="15"/>
                  <a:pt x="3" y="36"/>
                </a:cubicBezTo>
                <a:cubicBezTo>
                  <a:pt x="3" y="53"/>
                  <a:pt x="14" y="62"/>
                  <a:pt x="39" y="66"/>
                </a:cubicBezTo>
                <a:cubicBezTo>
                  <a:pt x="70" y="70"/>
                  <a:pt x="70" y="70"/>
                  <a:pt x="70" y="70"/>
                </a:cubicBezTo>
                <a:cubicBezTo>
                  <a:pt x="80" y="72"/>
                  <a:pt x="84" y="74"/>
                  <a:pt x="84" y="78"/>
                </a:cubicBezTo>
                <a:cubicBezTo>
                  <a:pt x="84" y="84"/>
                  <a:pt x="78" y="87"/>
                  <a:pt x="66" y="87"/>
                </a:cubicBezTo>
                <a:cubicBezTo>
                  <a:pt x="52" y="87"/>
                  <a:pt x="45" y="81"/>
                  <a:pt x="45" y="73"/>
                </a:cubicBezTo>
                <a:cubicBezTo>
                  <a:pt x="0" y="73"/>
                  <a:pt x="0" y="73"/>
                  <a:pt x="0" y="73"/>
                </a:cubicBezTo>
                <a:cubicBezTo>
                  <a:pt x="0" y="75"/>
                  <a:pt x="0" y="75"/>
                  <a:pt x="0" y="75"/>
                </a:cubicBezTo>
                <a:cubicBezTo>
                  <a:pt x="0" y="98"/>
                  <a:pt x="22" y="111"/>
                  <a:pt x="64" y="111"/>
                </a:cubicBezTo>
                <a:cubicBezTo>
                  <a:pt x="103" y="111"/>
                  <a:pt x="126" y="103"/>
                  <a:pt x="129" y="81"/>
                </a:cubicBezTo>
                <a:cubicBezTo>
                  <a:pt x="137" y="100"/>
                  <a:pt x="156" y="112"/>
                  <a:pt x="188" y="112"/>
                </a:cubicBezTo>
                <a:cubicBezTo>
                  <a:pt x="213" y="112"/>
                  <a:pt x="228" y="105"/>
                  <a:pt x="236" y="94"/>
                </a:cubicBezTo>
                <a:cubicBezTo>
                  <a:pt x="231" y="107"/>
                  <a:pt x="231" y="107"/>
                  <a:pt x="231" y="107"/>
                </a:cubicBezTo>
                <a:cubicBezTo>
                  <a:pt x="271" y="107"/>
                  <a:pt x="271" y="107"/>
                  <a:pt x="271" y="107"/>
                </a:cubicBezTo>
                <a:cubicBezTo>
                  <a:pt x="277" y="92"/>
                  <a:pt x="277" y="92"/>
                  <a:pt x="277" y="92"/>
                </a:cubicBezTo>
                <a:cubicBezTo>
                  <a:pt x="326" y="92"/>
                  <a:pt x="326" y="92"/>
                  <a:pt x="326" y="92"/>
                </a:cubicBezTo>
                <a:cubicBezTo>
                  <a:pt x="332" y="107"/>
                  <a:pt x="332" y="107"/>
                  <a:pt x="332" y="107"/>
                </a:cubicBezTo>
                <a:cubicBezTo>
                  <a:pt x="365" y="107"/>
                  <a:pt x="365" y="107"/>
                  <a:pt x="365" y="107"/>
                </a:cubicBezTo>
                <a:cubicBezTo>
                  <a:pt x="373" y="107"/>
                  <a:pt x="373" y="107"/>
                  <a:pt x="373" y="107"/>
                </a:cubicBezTo>
                <a:cubicBezTo>
                  <a:pt x="404" y="107"/>
                  <a:pt x="404" y="107"/>
                  <a:pt x="404" y="107"/>
                </a:cubicBezTo>
                <a:cubicBezTo>
                  <a:pt x="404" y="48"/>
                  <a:pt x="404" y="48"/>
                  <a:pt x="404" y="48"/>
                </a:cubicBezTo>
                <a:lnTo>
                  <a:pt x="448" y="107"/>
                </a:lnTo>
                <a:close/>
                <a:moveTo>
                  <a:pt x="619" y="65"/>
                </a:moveTo>
                <a:cubicBezTo>
                  <a:pt x="591" y="65"/>
                  <a:pt x="591" y="65"/>
                  <a:pt x="591" y="65"/>
                </a:cubicBezTo>
                <a:cubicBezTo>
                  <a:pt x="605" y="28"/>
                  <a:pt x="605" y="28"/>
                  <a:pt x="605" y="28"/>
                </a:cubicBezTo>
                <a:lnTo>
                  <a:pt x="619" y="65"/>
                </a:lnTo>
                <a:close/>
                <a:moveTo>
                  <a:pt x="676" y="107"/>
                </a:moveTo>
                <a:cubicBezTo>
                  <a:pt x="637" y="4"/>
                  <a:pt x="637" y="4"/>
                  <a:pt x="637" y="4"/>
                </a:cubicBezTo>
                <a:cubicBezTo>
                  <a:pt x="574" y="4"/>
                  <a:pt x="574" y="4"/>
                  <a:pt x="574" y="4"/>
                </a:cubicBezTo>
                <a:cubicBezTo>
                  <a:pt x="542" y="88"/>
                  <a:pt x="542" y="88"/>
                  <a:pt x="542" y="88"/>
                </a:cubicBezTo>
                <a:cubicBezTo>
                  <a:pt x="542" y="4"/>
                  <a:pt x="542" y="4"/>
                  <a:pt x="542" y="4"/>
                </a:cubicBezTo>
                <a:cubicBezTo>
                  <a:pt x="503" y="4"/>
                  <a:pt x="503" y="4"/>
                  <a:pt x="503" y="4"/>
                </a:cubicBezTo>
                <a:cubicBezTo>
                  <a:pt x="503" y="107"/>
                  <a:pt x="503" y="107"/>
                  <a:pt x="503" y="107"/>
                </a:cubicBezTo>
                <a:cubicBezTo>
                  <a:pt x="535" y="107"/>
                  <a:pt x="535" y="107"/>
                  <a:pt x="535" y="107"/>
                </a:cubicBezTo>
                <a:cubicBezTo>
                  <a:pt x="542" y="107"/>
                  <a:pt x="542" y="107"/>
                  <a:pt x="542" y="107"/>
                </a:cubicBezTo>
                <a:cubicBezTo>
                  <a:pt x="575" y="107"/>
                  <a:pt x="575" y="107"/>
                  <a:pt x="575" y="107"/>
                </a:cubicBezTo>
                <a:cubicBezTo>
                  <a:pt x="580" y="92"/>
                  <a:pt x="580" y="92"/>
                  <a:pt x="580" y="92"/>
                </a:cubicBezTo>
                <a:cubicBezTo>
                  <a:pt x="630" y="92"/>
                  <a:pt x="630" y="92"/>
                  <a:pt x="630" y="92"/>
                </a:cubicBezTo>
                <a:cubicBezTo>
                  <a:pt x="635" y="107"/>
                  <a:pt x="635" y="107"/>
                  <a:pt x="635" y="107"/>
                </a:cubicBezTo>
                <a:lnTo>
                  <a:pt x="676" y="107"/>
                </a:lnTo>
                <a:close/>
              </a:path>
            </a:pathLst>
          </a:custGeom>
          <a:solidFill>
            <a:srgbClr val="FAFAF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2565045146"/>
      </p:ext>
    </p:extLst>
  </p:cSld>
  <p:clrMapOvr>
    <a:masterClrMapping/>
  </p:clrMapOvr>
  <p:hf hdr="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ags" Target="../tags/tag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ags" Target="../tags/tag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tags" Target="../tags/tag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ags" Target="../tags/tag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15938" y="365125"/>
            <a:ext cx="10585556" cy="1047750"/>
          </a:xfrm>
          <a:prstGeom prst="rect">
            <a:avLst/>
          </a:prstGeom>
        </p:spPr>
        <p:txBody>
          <a:bodyPr vert="horz" lIns="0" tIns="0" rIns="0" bIns="0" rtlCol="0" anchor="b">
            <a:noAutofit/>
          </a:bodyPr>
          <a:lstStyle/>
          <a:p>
            <a:r>
              <a:rPr lang="en-US"/>
              <a:t>Click to edit Master title style</a:t>
            </a:r>
            <a:endParaRPr lang="en-US" dirty="0"/>
          </a:p>
        </p:txBody>
      </p:sp>
      <p:sp>
        <p:nvSpPr>
          <p:cNvPr id="3" name="Text Placeholder 2"/>
          <p:cNvSpPr>
            <a:spLocks noGrp="1"/>
          </p:cNvSpPr>
          <p:nvPr>
            <p:ph type="body" idx="1"/>
          </p:nvPr>
        </p:nvSpPr>
        <p:spPr>
          <a:xfrm>
            <a:off x="515937" y="1787096"/>
            <a:ext cx="11160124" cy="4162854"/>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15936" y="6396945"/>
            <a:ext cx="1044000" cy="213783"/>
          </a:xfrm>
          <a:prstGeom prst="rect">
            <a:avLst/>
          </a:prstGeom>
        </p:spPr>
        <p:txBody>
          <a:bodyPr vert="horz" lIns="0" tIns="0" rIns="0" bIns="0" rtlCol="0" anchor="ctr"/>
          <a:lstStyle>
            <a:lvl1pPr algn="l">
              <a:defRPr sz="800">
                <a:solidFill>
                  <a:schemeClr val="accent1"/>
                </a:solidFill>
              </a:defRPr>
            </a:lvl1pPr>
          </a:lstStyle>
          <a:p>
            <a:r>
              <a:rPr lang="sv-SE"/>
              <a:t>30 January 2023</a:t>
            </a:r>
            <a:endParaRPr lang="en-US" dirty="0"/>
          </a:p>
        </p:txBody>
      </p:sp>
      <p:sp>
        <p:nvSpPr>
          <p:cNvPr id="5" name="Footer Placeholder 4"/>
          <p:cNvSpPr>
            <a:spLocks noGrp="1"/>
          </p:cNvSpPr>
          <p:nvPr>
            <p:ph type="ftr" sz="quarter" idx="3"/>
          </p:nvPr>
        </p:nvSpPr>
        <p:spPr>
          <a:xfrm>
            <a:off x="1602096" y="6396945"/>
            <a:ext cx="6593660" cy="213783"/>
          </a:xfrm>
          <a:prstGeom prst="rect">
            <a:avLst/>
          </a:prstGeom>
        </p:spPr>
        <p:txBody>
          <a:bodyPr vert="horz" lIns="0" tIns="0" rIns="0" bIns="0" rtlCol="0" anchor="ctr"/>
          <a:lstStyle>
            <a:lvl1pPr algn="l">
              <a:defRPr sz="800">
                <a:solidFill>
                  <a:schemeClr val="accent1"/>
                </a:solidFill>
              </a:defRPr>
            </a:lvl1pPr>
          </a:lstStyle>
          <a:p>
            <a:r>
              <a:rPr lang="en-GB"/>
              <a:t>Info class internal Department / Name / Subject</a:t>
            </a:r>
            <a:endParaRPr lang="en-US" dirty="0"/>
          </a:p>
        </p:txBody>
      </p:sp>
      <p:sp>
        <p:nvSpPr>
          <p:cNvPr id="6" name="Slide Number Placeholder 5"/>
          <p:cNvSpPr>
            <a:spLocks noGrp="1"/>
          </p:cNvSpPr>
          <p:nvPr>
            <p:ph type="sldNum" sz="quarter" idx="4"/>
          </p:nvPr>
        </p:nvSpPr>
        <p:spPr>
          <a:xfrm>
            <a:off x="11169226" y="6396945"/>
            <a:ext cx="506835" cy="213783"/>
          </a:xfrm>
          <a:prstGeom prst="rect">
            <a:avLst/>
          </a:prstGeom>
        </p:spPr>
        <p:txBody>
          <a:bodyPr vert="horz" lIns="0" tIns="0" rIns="0" bIns="0" rtlCol="0" anchor="ctr"/>
          <a:lstStyle>
            <a:lvl1pPr algn="r">
              <a:defRPr sz="800">
                <a:solidFill>
                  <a:schemeClr val="accent1"/>
                </a:solidFill>
              </a:defRPr>
            </a:lvl1pPr>
          </a:lstStyle>
          <a:p>
            <a:fld id="{0183C6E6-4335-4428-AB21-BBACF8148F3A}" type="slidenum">
              <a:rPr lang="en-US" smtClean="0"/>
              <a:pPr/>
              <a:t>‹#›</a:t>
            </a:fld>
            <a:endParaRPr lang="en-US" dirty="0"/>
          </a:p>
        </p:txBody>
      </p:sp>
      <p:sp>
        <p:nvSpPr>
          <p:cNvPr id="22" name="xxLanguageTextBox"/>
          <p:cNvSpPr/>
          <p:nvPr>
            <p:custDataLst>
              <p:tags r:id="rId21"/>
            </p:custDataLst>
          </p:nvPr>
        </p:nvSpPr>
        <p:spPr>
          <a:xfrm>
            <a:off x="0" y="0"/>
            <a:ext cx="12700" cy="12700"/>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xxLanguageTextBox"/>
          <p:cNvSpPr/>
          <p:nvPr>
            <p:custDataLst>
              <p:tags r:id="rId22"/>
            </p:custDataLst>
          </p:nvPr>
        </p:nvSpPr>
        <p:spPr>
          <a:xfrm>
            <a:off x="0" y="0"/>
            <a:ext cx="12700" cy="12700"/>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xxLanguageTextBox">
            <a:extLst>
              <a:ext uri="{FF2B5EF4-FFF2-40B4-BE49-F238E27FC236}">
                <a16:creationId xmlns:a16="http://schemas.microsoft.com/office/drawing/2014/main" id="{D282C64E-B707-4A82-BCC6-86C6E5C94ADB}"/>
              </a:ext>
            </a:extLst>
          </p:cNvPr>
          <p:cNvSpPr/>
          <p:nvPr userDrawn="1">
            <p:custDataLst>
              <p:tags r:id="rId23"/>
            </p:custDataLst>
          </p:nvPr>
        </p:nvSpPr>
        <p:spPr>
          <a:xfrm>
            <a:off x="0" y="0"/>
            <a:ext cx="12700" cy="12700"/>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xxVersionTextBox">
            <a:extLst>
              <a:ext uri="{FF2B5EF4-FFF2-40B4-BE49-F238E27FC236}">
                <a16:creationId xmlns:a16="http://schemas.microsoft.com/office/drawing/2014/main" id="{4A9CA865-536D-4910-A362-DEA19E47BF3C}"/>
              </a:ext>
            </a:extLst>
          </p:cNvPr>
          <p:cNvSpPr/>
          <p:nvPr userDrawn="1">
            <p:custDataLst>
              <p:tags r:id="rId24"/>
            </p:custDataLst>
          </p:nvPr>
        </p:nvSpPr>
        <p:spPr>
          <a:xfrm>
            <a:off x="0" y="0"/>
            <a:ext cx="12700" cy="12700"/>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spcBef>
                <a:spcPts val="1200"/>
              </a:spcBef>
            </a:pPr>
            <a:endParaRPr lang="en-GB" sz="2400" dirty="0" err="1"/>
          </a:p>
        </p:txBody>
      </p:sp>
    </p:spTree>
    <p:extLst>
      <p:ext uri="{BB962C8B-B14F-4D97-AF65-F5344CB8AC3E}">
        <p14:creationId xmlns:p14="http://schemas.microsoft.com/office/powerpoint/2010/main" val="2320428409"/>
      </p:ext>
    </p:extLst>
  </p:cSld>
  <p:clrMap bg1="lt1" tx1="dk1" bg2="lt2" tx2="dk2" accent1="accent1" accent2="accent2" accent3="accent3" accent4="accent4" accent5="accent5" accent6="accent6" hlink="hlink" folHlink="folHlink"/>
  <p:sldLayoutIdLst>
    <p:sldLayoutId id="2147483725" r:id="rId1"/>
    <p:sldLayoutId id="2147483726" r:id="rId2"/>
    <p:sldLayoutId id="2147483727" r:id="rId3"/>
    <p:sldLayoutId id="2147483728" r:id="rId4"/>
    <p:sldLayoutId id="2147483729" r:id="rId5"/>
    <p:sldLayoutId id="2147483730" r:id="rId6"/>
    <p:sldLayoutId id="2147483731" r:id="rId7"/>
    <p:sldLayoutId id="2147483732" r:id="rId8"/>
    <p:sldLayoutId id="2147483733" r:id="rId9"/>
    <p:sldLayoutId id="2147483734" r:id="rId10"/>
    <p:sldLayoutId id="2147483735" r:id="rId11"/>
    <p:sldLayoutId id="2147483736" r:id="rId12"/>
    <p:sldLayoutId id="2147483737" r:id="rId13"/>
    <p:sldLayoutId id="2147483738" r:id="rId14"/>
    <p:sldLayoutId id="2147483739" r:id="rId15"/>
    <p:sldLayoutId id="2147483740" r:id="rId16"/>
    <p:sldLayoutId id="2147483741" r:id="rId17"/>
    <p:sldLayoutId id="2147483742" r:id="rId18"/>
    <p:sldLayoutId id="2147483743" r:id="rId19"/>
  </p:sldLayoutIdLst>
  <p:hf hdr="0"/>
  <p:txStyles>
    <p:titleStyle>
      <a:lvl1pPr algn="l" defTabSz="914400" rtl="0" eaLnBrk="1" latinLnBrk="0" hangingPunct="1">
        <a:lnSpc>
          <a:spcPct val="90000"/>
        </a:lnSpc>
        <a:spcBef>
          <a:spcPct val="0"/>
        </a:spcBef>
        <a:buNone/>
        <a:defRPr sz="3600" b="0" kern="1200" baseline="0">
          <a:solidFill>
            <a:schemeClr val="accent1"/>
          </a:solidFill>
          <a:latin typeface="Scania Office Bold" panose="00000800000000000000" pitchFamily="2" charset="0"/>
          <a:ea typeface="+mj-ea"/>
          <a:cs typeface="+mj-cs"/>
        </a:defRPr>
      </a:lvl1pPr>
    </p:titleStyle>
    <p:bodyStyle>
      <a:lvl1pPr marL="228600" indent="-228600" algn="l" defTabSz="914400" rtl="0" eaLnBrk="1" latinLnBrk="0" hangingPunct="1">
        <a:lnSpc>
          <a:spcPct val="90000"/>
        </a:lnSpc>
        <a:spcBef>
          <a:spcPts val="1200"/>
        </a:spcBef>
        <a:buClr>
          <a:schemeClr val="accent1"/>
        </a:buClr>
        <a:buFont typeface="Arial" panose="020B0604020202020204" pitchFamily="34" charset="0"/>
        <a:buChar char="•"/>
        <a:defRPr sz="2400" kern="1200">
          <a:solidFill>
            <a:schemeClr val="accent1"/>
          </a:solidFill>
          <a:latin typeface="+mn-lt"/>
          <a:ea typeface="+mn-ea"/>
          <a:cs typeface="+mn-cs"/>
        </a:defRPr>
      </a:lvl1pPr>
      <a:lvl2pPr marL="536575" indent="-268288" algn="l" defTabSz="914400" rtl="0" eaLnBrk="1" latinLnBrk="0" hangingPunct="1">
        <a:lnSpc>
          <a:spcPct val="90000"/>
        </a:lnSpc>
        <a:spcBef>
          <a:spcPts val="1200"/>
        </a:spcBef>
        <a:buClr>
          <a:schemeClr val="accent1"/>
        </a:buClr>
        <a:buFontTx/>
        <a:buChar char="−"/>
        <a:defRPr sz="2000" kern="1200">
          <a:solidFill>
            <a:schemeClr val="accent1"/>
          </a:solidFill>
          <a:latin typeface="+mn-lt"/>
          <a:ea typeface="+mn-ea"/>
          <a:cs typeface="+mn-cs"/>
        </a:defRPr>
      </a:lvl2pPr>
      <a:lvl3pPr marL="893763" indent="-357188" algn="l" defTabSz="914400" rtl="0" eaLnBrk="1" latinLnBrk="0" hangingPunct="1">
        <a:lnSpc>
          <a:spcPct val="90000"/>
        </a:lnSpc>
        <a:spcBef>
          <a:spcPts val="500"/>
        </a:spcBef>
        <a:buClr>
          <a:schemeClr val="accent1"/>
        </a:buClr>
        <a:buFontTx/>
        <a:buChar char="−"/>
        <a:defRPr sz="2000" kern="1200">
          <a:solidFill>
            <a:schemeClr val="accent1"/>
          </a:solidFill>
          <a:latin typeface="+mn-lt"/>
          <a:ea typeface="+mn-ea"/>
          <a:cs typeface="+mn-cs"/>
        </a:defRPr>
      </a:lvl3pPr>
      <a:lvl4pPr marL="1258888" indent="-365125" algn="l" defTabSz="914400" rtl="0" eaLnBrk="1" latinLnBrk="0" hangingPunct="1">
        <a:lnSpc>
          <a:spcPct val="90000"/>
        </a:lnSpc>
        <a:spcBef>
          <a:spcPts val="500"/>
        </a:spcBef>
        <a:buClr>
          <a:schemeClr val="accent1"/>
        </a:buClr>
        <a:buFontTx/>
        <a:buChar char="−"/>
        <a:defRPr sz="2000" kern="1200">
          <a:solidFill>
            <a:schemeClr val="accent1"/>
          </a:solidFill>
          <a:latin typeface="+mn-lt"/>
          <a:ea typeface="+mn-ea"/>
          <a:cs typeface="+mn-cs"/>
        </a:defRPr>
      </a:lvl4pPr>
      <a:lvl5pPr marL="1616075" indent="-357188" algn="l" defTabSz="914400" rtl="0" eaLnBrk="1" latinLnBrk="0" hangingPunct="1">
        <a:lnSpc>
          <a:spcPct val="90000"/>
        </a:lnSpc>
        <a:spcBef>
          <a:spcPts val="500"/>
        </a:spcBef>
        <a:buClr>
          <a:schemeClr val="accent1"/>
        </a:buClr>
        <a:buFontTx/>
        <a:buChar char="−"/>
        <a:defRPr sz="2000" kern="1200">
          <a:solidFill>
            <a:schemeClr val="accent1"/>
          </a:solidFill>
          <a:latin typeface="+mn-lt"/>
          <a:ea typeface="+mn-ea"/>
          <a:cs typeface="+mn-cs"/>
        </a:defRPr>
      </a:lvl5pPr>
      <a:lvl6pPr marL="1974850" indent="-358775" algn="l" defTabSz="914400" rtl="0" eaLnBrk="1" latinLnBrk="0" hangingPunct="1">
        <a:lnSpc>
          <a:spcPct val="90000"/>
        </a:lnSpc>
        <a:spcBef>
          <a:spcPts val="500"/>
        </a:spcBef>
        <a:buFont typeface="Scania Office" panose="00000500000000000000" pitchFamily="2" charset="0"/>
        <a:buChar char="–"/>
        <a:defRPr sz="1800" kern="1200" baseline="0">
          <a:solidFill>
            <a:schemeClr val="accent1"/>
          </a:solidFill>
          <a:latin typeface="+mn-lt"/>
          <a:ea typeface="+mn-ea"/>
          <a:cs typeface="+mn-cs"/>
        </a:defRPr>
      </a:lvl6pPr>
      <a:lvl7pPr marL="2335213" indent="-360363" algn="l" defTabSz="914400" rtl="0" eaLnBrk="1" latinLnBrk="0" hangingPunct="1">
        <a:lnSpc>
          <a:spcPct val="90000"/>
        </a:lnSpc>
        <a:spcBef>
          <a:spcPts val="500"/>
        </a:spcBef>
        <a:buFont typeface="Scania Office" panose="00000500000000000000" pitchFamily="2" charset="0"/>
        <a:buChar char="–"/>
        <a:defRPr sz="1800" kern="1200" baseline="0">
          <a:solidFill>
            <a:schemeClr val="accent1"/>
          </a:solidFill>
          <a:latin typeface="+mn-lt"/>
          <a:ea typeface="+mn-ea"/>
          <a:cs typeface="+mn-cs"/>
        </a:defRPr>
      </a:lvl7pPr>
      <a:lvl8pPr marL="2687638" indent="-352425" algn="l" defTabSz="914400" rtl="0" eaLnBrk="1" latinLnBrk="0" hangingPunct="1">
        <a:lnSpc>
          <a:spcPct val="90000"/>
        </a:lnSpc>
        <a:spcBef>
          <a:spcPts val="500"/>
        </a:spcBef>
        <a:buFont typeface="Scania Office" panose="00000500000000000000" pitchFamily="2" charset="0"/>
        <a:buChar char="–"/>
        <a:defRPr sz="1800" kern="1200">
          <a:solidFill>
            <a:schemeClr val="accent1"/>
          </a:solidFill>
          <a:latin typeface="+mn-lt"/>
          <a:ea typeface="+mn-ea"/>
          <a:cs typeface="+mn-cs"/>
        </a:defRPr>
      </a:lvl8pPr>
      <a:lvl9pPr marL="3048000" indent="-360363" algn="l" defTabSz="914400" rtl="0" eaLnBrk="1" latinLnBrk="0" hangingPunct="1">
        <a:lnSpc>
          <a:spcPct val="90000"/>
        </a:lnSpc>
        <a:spcBef>
          <a:spcPts val="500"/>
        </a:spcBef>
        <a:buFont typeface="Scania Office" panose="00000500000000000000" pitchFamily="2" charset="0"/>
        <a:buChar char="–"/>
        <a:defRPr sz="1800" kern="1200">
          <a:solidFill>
            <a:schemeClr val="accent1"/>
          </a:solidFill>
          <a:latin typeface="+mn-lt"/>
          <a:ea typeface="+mn-ea"/>
          <a:cs typeface="+mn-cs"/>
        </a:defRPr>
      </a:lvl9pPr>
    </p:bodyStyle>
    <p:otherStyle>
      <a:defPPr>
        <a:defRPr lang="sv-S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3" orient="horz" pos="2160" userDrawn="1">
          <p15:clr>
            <a:srgbClr val="F26B43"/>
          </p15:clr>
        </p15:guide>
        <p15:guide id="24" pos="325" userDrawn="1">
          <p15:clr>
            <a:srgbClr val="F26B43"/>
          </p15:clr>
        </p15:guide>
        <p15:guide id="25" pos="7355" userDrawn="1">
          <p15:clr>
            <a:srgbClr val="F26B43"/>
          </p15:clr>
        </p15:guide>
        <p15:guide id="26" pos="2739" userDrawn="1">
          <p15:clr>
            <a:srgbClr val="F26B43"/>
          </p15:clr>
        </p15:guide>
        <p15:guide id="27" pos="5155" userDrawn="1">
          <p15:clr>
            <a:srgbClr val="F26B43"/>
          </p15:clr>
        </p15:guide>
        <p15:guide id="28" orient="horz" pos="1117" userDrawn="1">
          <p15:clr>
            <a:srgbClr val="F26B43"/>
          </p15:clr>
        </p15:guide>
        <p15:guide id="29" orient="horz" pos="3748" userDrawn="1">
          <p15:clr>
            <a:srgbClr val="F26B43"/>
          </p15:clr>
        </p15:guide>
        <p15:guide id="30" pos="2525" userDrawn="1">
          <p15:clr>
            <a:srgbClr val="F26B43"/>
          </p15:clr>
        </p15:guide>
        <p15:guide id="31" pos="4941" userDrawn="1">
          <p15:clr>
            <a:srgbClr val="F26B43"/>
          </p15:clr>
        </p15:guide>
        <p15:guide id="32" orient="horz" pos="890" userDrawn="1">
          <p15:clr>
            <a:srgbClr val="F26B43"/>
          </p15:clr>
        </p15:guide>
        <p15:guide id="33" orient="horz" pos="232"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4.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4.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5.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4.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4.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4.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10.xml.rels><?xml version="1.0" encoding="UTF-8" standalone="yes"?>
<Relationships xmlns="http://schemas.openxmlformats.org/package/2006/relationships"><Relationship Id="rId3" Type="http://schemas.openxmlformats.org/officeDocument/2006/relationships/diagramData" Target="../diagrams/data7.xml"/><Relationship Id="rId7" Type="http://schemas.microsoft.com/office/2007/relationships/diagramDrawing" Target="../diagrams/drawing7.xml"/><Relationship Id="rId2" Type="http://schemas.openxmlformats.org/officeDocument/2006/relationships/notesSlide" Target="../notesSlides/notesSlide4.xml"/><Relationship Id="rId1" Type="http://schemas.openxmlformats.org/officeDocument/2006/relationships/slideLayout" Target="../slideLayouts/slideLayout4.xml"/><Relationship Id="rId6" Type="http://schemas.openxmlformats.org/officeDocument/2006/relationships/diagramColors" Target="../diagrams/colors7.xml"/><Relationship Id="rId5" Type="http://schemas.openxmlformats.org/officeDocument/2006/relationships/diagramQuickStyle" Target="../diagrams/quickStyle7.xml"/><Relationship Id="rId4" Type="http://schemas.openxmlformats.org/officeDocument/2006/relationships/diagramLayout" Target="../diagrams/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7.xml"/><Relationship Id="rId1" Type="http://schemas.openxmlformats.org/officeDocument/2006/relationships/slideLayout" Target="../slideLayouts/slideLayout7.xml"/><Relationship Id="rId4" Type="http://schemas.openxmlformats.org/officeDocument/2006/relationships/image" Target="../media/image15.png"/></Relationships>
</file>

<file path=ppt/slides/_rels/slide15.xml.rels><?xml version="1.0" encoding="UTF-8" standalone="yes"?>
<Relationships xmlns="http://schemas.openxmlformats.org/package/2006/relationships"><Relationship Id="rId3" Type="http://schemas.openxmlformats.org/officeDocument/2006/relationships/diagramData" Target="../diagrams/data8.xml"/><Relationship Id="rId7" Type="http://schemas.microsoft.com/office/2007/relationships/diagramDrawing" Target="../diagrams/drawing8.xml"/><Relationship Id="rId2" Type="http://schemas.openxmlformats.org/officeDocument/2006/relationships/notesSlide" Target="../notesSlides/notesSlide8.xml"/><Relationship Id="rId1" Type="http://schemas.openxmlformats.org/officeDocument/2006/relationships/slideLayout" Target="../slideLayouts/slideLayout4.xml"/><Relationship Id="rId6" Type="http://schemas.openxmlformats.org/officeDocument/2006/relationships/diagramColors" Target="../diagrams/colors8.xml"/><Relationship Id="rId5" Type="http://schemas.openxmlformats.org/officeDocument/2006/relationships/diagramQuickStyle" Target="../diagrams/quickStyle8.xml"/><Relationship Id="rId4" Type="http://schemas.openxmlformats.org/officeDocument/2006/relationships/diagramLayout" Target="../diagrams/layout8.xml"/></Relationships>
</file>

<file path=ppt/slides/_rels/slide16.xml.rels><?xml version="1.0" encoding="UTF-8" standalone="yes"?>
<Relationships xmlns="http://schemas.openxmlformats.org/package/2006/relationships"><Relationship Id="rId3" Type="http://schemas.openxmlformats.org/officeDocument/2006/relationships/diagramLayout" Target="../diagrams/layout9.xml"/><Relationship Id="rId2" Type="http://schemas.openxmlformats.org/officeDocument/2006/relationships/diagramData" Target="../diagrams/data9.xml"/><Relationship Id="rId1" Type="http://schemas.openxmlformats.org/officeDocument/2006/relationships/slideLayout" Target="../slideLayouts/slideLayout4.xml"/><Relationship Id="rId6" Type="http://schemas.microsoft.com/office/2007/relationships/diagramDrawing" Target="../diagrams/drawing9.xml"/><Relationship Id="rId5" Type="http://schemas.openxmlformats.org/officeDocument/2006/relationships/diagramColors" Target="../diagrams/colors9.xml"/><Relationship Id="rId4" Type="http://schemas.openxmlformats.org/officeDocument/2006/relationships/diagramQuickStyle" Target="../diagrams/quickStyle9.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ctrTitle"/>
          </p:nvPr>
        </p:nvSpPr>
        <p:spPr>
          <a:xfrm>
            <a:off x="515938" y="2241829"/>
            <a:ext cx="10398990" cy="3753853"/>
          </a:xfrm>
        </p:spPr>
        <p:txBody>
          <a:bodyPr/>
          <a:lstStyle/>
          <a:p>
            <a:r>
              <a:rPr lang="en-US" dirty="0"/>
              <a:t>Using a VLM for evaluating ground truth data of the MAN </a:t>
            </a:r>
            <a:r>
              <a:rPr lang="en-US" dirty="0" err="1"/>
              <a:t>TruckScenes</a:t>
            </a:r>
            <a:r>
              <a:rPr lang="en-US" dirty="0"/>
              <a:t> Dataset </a:t>
            </a:r>
          </a:p>
        </p:txBody>
      </p:sp>
      <p:sp>
        <p:nvSpPr>
          <p:cNvPr id="14" name="Subtitle 13"/>
          <p:cNvSpPr>
            <a:spLocks noGrp="1"/>
          </p:cNvSpPr>
          <p:nvPr>
            <p:ph type="subTitle" idx="1"/>
          </p:nvPr>
        </p:nvSpPr>
        <p:spPr>
          <a:xfrm>
            <a:off x="515939" y="1007758"/>
            <a:ext cx="10152062" cy="1075642"/>
          </a:xfrm>
        </p:spPr>
        <p:txBody>
          <a:bodyPr/>
          <a:lstStyle/>
          <a:p>
            <a:r>
              <a:rPr lang="en-US" dirty="0"/>
              <a:t>Ruben </a:t>
            </a:r>
            <a:r>
              <a:rPr lang="en-US" dirty="0" err="1"/>
              <a:t>fonseca</a:t>
            </a:r>
            <a:endParaRPr lang="en-US" dirty="0"/>
          </a:p>
        </p:txBody>
      </p:sp>
    </p:spTree>
    <p:extLst>
      <p:ext uri="{BB962C8B-B14F-4D97-AF65-F5344CB8AC3E}">
        <p14:creationId xmlns:p14="http://schemas.microsoft.com/office/powerpoint/2010/main" val="1214686005"/>
      </p:ext>
    </p:extLst>
  </p:cSld>
  <p:clrMapOvr>
    <a:masterClrMapping/>
  </p:clrMapOvr>
  <p:transition spd="slow">
    <p:push dir="u"/>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6">
            <a:extLst>
              <a:ext uri="{FF2B5EF4-FFF2-40B4-BE49-F238E27FC236}">
                <a16:creationId xmlns:a16="http://schemas.microsoft.com/office/drawing/2014/main" id="{97D1A143-9488-4D9C-AA50-AC79A047F7E5}"/>
              </a:ext>
            </a:extLst>
          </p:cNvPr>
          <p:cNvSpPr>
            <a:spLocks noGrp="1"/>
          </p:cNvSpPr>
          <p:nvPr>
            <p:ph idx="1"/>
          </p:nvPr>
        </p:nvSpPr>
        <p:spPr/>
        <p:txBody>
          <a:bodyPr/>
          <a:lstStyle/>
          <a:p>
            <a:r>
              <a:rPr lang="en-GB" dirty="0"/>
              <a:t>Introduction</a:t>
            </a:r>
          </a:p>
          <a:p>
            <a:r>
              <a:rPr lang="en-GB" dirty="0"/>
              <a:t>What is a Vision-Language Model (VLM)?</a:t>
            </a:r>
          </a:p>
          <a:p>
            <a:r>
              <a:rPr lang="en-GB" dirty="0" err="1"/>
              <a:t>LLaVA</a:t>
            </a:r>
            <a:r>
              <a:rPr lang="en-GB" dirty="0"/>
              <a:t> Model</a:t>
            </a:r>
          </a:p>
          <a:p>
            <a:r>
              <a:rPr lang="en-GB" dirty="0"/>
              <a:t>MAN </a:t>
            </a:r>
            <a:r>
              <a:rPr lang="en-GB" dirty="0" err="1"/>
              <a:t>TruckScenes</a:t>
            </a:r>
            <a:endParaRPr lang="en-GB" dirty="0"/>
          </a:p>
          <a:p>
            <a:r>
              <a:rPr lang="en-US" dirty="0"/>
              <a:t>Evaluation Methodology and Iterative Process</a:t>
            </a:r>
          </a:p>
          <a:p>
            <a:pPr lvl="1"/>
            <a:r>
              <a:rPr lang="en-US" dirty="0"/>
              <a:t>Different Phases</a:t>
            </a:r>
          </a:p>
          <a:p>
            <a:pPr lvl="1"/>
            <a:r>
              <a:rPr lang="en-GB" dirty="0"/>
              <a:t>Results</a:t>
            </a:r>
          </a:p>
          <a:p>
            <a:pPr lvl="1"/>
            <a:r>
              <a:rPr lang="en-GB" dirty="0"/>
              <a:t>Discussion</a:t>
            </a:r>
          </a:p>
          <a:p>
            <a:pPr lvl="1"/>
            <a:r>
              <a:rPr lang="en-GB" dirty="0"/>
              <a:t>Overall Limitations</a:t>
            </a:r>
          </a:p>
          <a:p>
            <a:r>
              <a:rPr lang="en-GB" dirty="0"/>
              <a:t>Next Steps</a:t>
            </a:r>
          </a:p>
          <a:p>
            <a:endParaRPr lang="en-GB" dirty="0"/>
          </a:p>
        </p:txBody>
      </p:sp>
      <p:sp>
        <p:nvSpPr>
          <p:cNvPr id="6" name="Title 5">
            <a:extLst>
              <a:ext uri="{FF2B5EF4-FFF2-40B4-BE49-F238E27FC236}">
                <a16:creationId xmlns:a16="http://schemas.microsoft.com/office/drawing/2014/main" id="{D8D8A2E5-2E12-4F64-9214-27DB8662D1B5}"/>
              </a:ext>
            </a:extLst>
          </p:cNvPr>
          <p:cNvSpPr>
            <a:spLocks noGrp="1"/>
          </p:cNvSpPr>
          <p:nvPr>
            <p:ph type="title"/>
          </p:nvPr>
        </p:nvSpPr>
        <p:spPr/>
        <p:txBody>
          <a:bodyPr/>
          <a:lstStyle/>
          <a:p>
            <a:r>
              <a:rPr lang="en-GB" dirty="0"/>
              <a:t>Agenda</a:t>
            </a:r>
          </a:p>
        </p:txBody>
      </p:sp>
    </p:spTree>
    <p:extLst>
      <p:ext uri="{BB962C8B-B14F-4D97-AF65-F5344CB8AC3E}">
        <p14:creationId xmlns:p14="http://schemas.microsoft.com/office/powerpoint/2010/main" val="989671985"/>
      </p:ext>
    </p:extLst>
  </p:cSld>
  <p:clrMapOvr>
    <a:masterClrMapping/>
  </p:clrMapOvr>
  <p:transition spd="slow">
    <p:push dir="u"/>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47F55032-05D8-7A05-1587-CB04DDAE6CF6}"/>
              </a:ext>
            </a:extLst>
          </p:cNvPr>
          <p:cNvSpPr>
            <a:spLocks noGrp="1"/>
          </p:cNvSpPr>
          <p:nvPr>
            <p:ph type="title"/>
          </p:nvPr>
        </p:nvSpPr>
        <p:spPr>
          <a:xfrm>
            <a:off x="515938" y="365125"/>
            <a:ext cx="10585556" cy="1047750"/>
          </a:xfrm>
        </p:spPr>
        <p:txBody>
          <a:bodyPr anchor="b">
            <a:normAutofit/>
          </a:bodyPr>
          <a:lstStyle/>
          <a:p>
            <a:r>
              <a:rPr lang="en-US" dirty="0"/>
              <a:t>Introduction</a:t>
            </a:r>
          </a:p>
        </p:txBody>
      </p:sp>
      <p:graphicFrame>
        <p:nvGraphicFramePr>
          <p:cNvPr id="8" name="Content Placeholder 1">
            <a:extLst>
              <a:ext uri="{FF2B5EF4-FFF2-40B4-BE49-F238E27FC236}">
                <a16:creationId xmlns:a16="http://schemas.microsoft.com/office/drawing/2014/main" id="{82CDF23C-664A-E927-2BED-B529DCFE05D9}"/>
              </a:ext>
            </a:extLst>
          </p:cNvPr>
          <p:cNvGraphicFramePr>
            <a:graphicFrameLocks noGrp="1"/>
          </p:cNvGraphicFramePr>
          <p:nvPr>
            <p:ph idx="1"/>
            <p:extLst>
              <p:ext uri="{D42A27DB-BD31-4B8C-83A1-F6EECF244321}">
                <p14:modId xmlns:p14="http://schemas.microsoft.com/office/powerpoint/2010/main" val="869567572"/>
              </p:ext>
            </p:extLst>
          </p:nvPr>
        </p:nvGraphicFramePr>
        <p:xfrm>
          <a:off x="515937" y="1787096"/>
          <a:ext cx="11160124" cy="416285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485221382"/>
      </p:ext>
    </p:extLst>
  </p:cSld>
  <p:clrMapOvr>
    <a:masterClrMapping/>
  </p:clrMapOvr>
  <p:transition spd="slow">
    <p:push dir="u"/>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D2DB73C6-0BD9-A417-0C29-DD9EE6028EE4}"/>
              </a:ext>
            </a:extLst>
          </p:cNvPr>
          <p:cNvSpPr>
            <a:spLocks noGrp="1"/>
          </p:cNvSpPr>
          <p:nvPr>
            <p:ph type="title"/>
          </p:nvPr>
        </p:nvSpPr>
        <p:spPr/>
        <p:txBody>
          <a:bodyPr/>
          <a:lstStyle/>
          <a:p>
            <a:r>
              <a:rPr lang="en-US" dirty="0"/>
              <a:t>What is a Vision-Language Model (VLM)?</a:t>
            </a:r>
          </a:p>
        </p:txBody>
      </p:sp>
      <p:graphicFrame>
        <p:nvGraphicFramePr>
          <p:cNvPr id="7" name="Content Placeholder 2">
            <a:extLst>
              <a:ext uri="{FF2B5EF4-FFF2-40B4-BE49-F238E27FC236}">
                <a16:creationId xmlns:a16="http://schemas.microsoft.com/office/drawing/2014/main" id="{84FF50AF-3703-3B10-6DCE-0534324BC303}"/>
              </a:ext>
            </a:extLst>
          </p:cNvPr>
          <p:cNvGraphicFramePr>
            <a:graphicFrameLocks/>
          </p:cNvGraphicFramePr>
          <p:nvPr>
            <p:extLst>
              <p:ext uri="{D42A27DB-BD31-4B8C-83A1-F6EECF244321}">
                <p14:modId xmlns:p14="http://schemas.microsoft.com/office/powerpoint/2010/main" val="3363954418"/>
              </p:ext>
            </p:extLst>
          </p:nvPr>
        </p:nvGraphicFramePr>
        <p:xfrm>
          <a:off x="703803" y="1997932"/>
          <a:ext cx="11160124" cy="416285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193835171"/>
      </p:ext>
    </p:extLst>
  </p:cSld>
  <p:clrMapOvr>
    <a:masterClrMapping/>
  </p:clrMapOvr>
  <p:transition spd="slow">
    <p:push dir="u"/>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9B386A25-C998-6F27-C979-2B8F4E924F44}"/>
              </a:ext>
            </a:extLst>
          </p:cNvPr>
          <p:cNvSpPr>
            <a:spLocks noGrp="1"/>
          </p:cNvSpPr>
          <p:nvPr>
            <p:ph type="title"/>
          </p:nvPr>
        </p:nvSpPr>
        <p:spPr/>
        <p:txBody>
          <a:bodyPr/>
          <a:lstStyle/>
          <a:p>
            <a:pPr>
              <a:lnSpc>
                <a:spcPct val="90000"/>
              </a:lnSpc>
            </a:pPr>
            <a:r>
              <a:rPr lang="en-US" sz="3600" dirty="0"/>
              <a:t>LLaVA-v1.6-Mistral-7B-HF</a:t>
            </a:r>
            <a:endParaRPr lang="en-US" dirty="0"/>
          </a:p>
        </p:txBody>
      </p:sp>
      <p:graphicFrame>
        <p:nvGraphicFramePr>
          <p:cNvPr id="32" name="Content Placeholder 2">
            <a:extLst>
              <a:ext uri="{FF2B5EF4-FFF2-40B4-BE49-F238E27FC236}">
                <a16:creationId xmlns:a16="http://schemas.microsoft.com/office/drawing/2014/main" id="{F047EE09-1B3C-DFA4-40E8-D1B73DA85F91}"/>
              </a:ext>
            </a:extLst>
          </p:cNvPr>
          <p:cNvGraphicFramePr>
            <a:graphicFrameLocks noGrp="1"/>
          </p:cNvGraphicFramePr>
          <p:nvPr>
            <p:ph idx="1"/>
            <p:extLst>
              <p:ext uri="{D42A27DB-BD31-4B8C-83A1-F6EECF244321}">
                <p14:modId xmlns:p14="http://schemas.microsoft.com/office/powerpoint/2010/main" val="784739496"/>
              </p:ext>
            </p:extLst>
          </p:nvPr>
        </p:nvGraphicFramePr>
        <p:xfrm>
          <a:off x="2415046" y="1825625"/>
          <a:ext cx="7017080" cy="43942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995271431"/>
      </p:ext>
    </p:extLst>
  </p:cSld>
  <p:clrMapOvr>
    <a:masterClrMapping/>
  </p:clrMapOvr>
  <p:transition spd="slow">
    <p:push dir="u"/>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753393FD-F029-A40D-37F4-D8B3EF05DD92}"/>
              </a:ext>
            </a:extLst>
          </p:cNvPr>
          <p:cNvSpPr>
            <a:spLocks noGrp="1"/>
          </p:cNvSpPr>
          <p:nvPr>
            <p:ph type="title"/>
          </p:nvPr>
        </p:nvSpPr>
        <p:spPr/>
        <p:txBody>
          <a:bodyPr/>
          <a:lstStyle/>
          <a:p>
            <a:r>
              <a:rPr lang="en-US" dirty="0"/>
              <a:t>MAN </a:t>
            </a:r>
            <a:r>
              <a:rPr lang="en-US" dirty="0" err="1"/>
              <a:t>TruckScenes</a:t>
            </a:r>
            <a:endParaRPr lang="en-US" dirty="0"/>
          </a:p>
        </p:txBody>
      </p:sp>
      <p:graphicFrame>
        <p:nvGraphicFramePr>
          <p:cNvPr id="7" name="Content Placeholder 2">
            <a:extLst>
              <a:ext uri="{FF2B5EF4-FFF2-40B4-BE49-F238E27FC236}">
                <a16:creationId xmlns:a16="http://schemas.microsoft.com/office/drawing/2014/main" id="{260EE9F1-DF11-D490-50B6-281B274B438F}"/>
              </a:ext>
            </a:extLst>
          </p:cNvPr>
          <p:cNvGraphicFramePr>
            <a:graphicFrameLocks/>
          </p:cNvGraphicFramePr>
          <p:nvPr>
            <p:extLst>
              <p:ext uri="{D42A27DB-BD31-4B8C-83A1-F6EECF244321}">
                <p14:modId xmlns:p14="http://schemas.microsoft.com/office/powerpoint/2010/main" val="2836258754"/>
              </p:ext>
            </p:extLst>
          </p:nvPr>
        </p:nvGraphicFramePr>
        <p:xfrm>
          <a:off x="1981200" y="1821104"/>
          <a:ext cx="8229600" cy="45259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272527758"/>
      </p:ext>
    </p:extLst>
  </p:cSld>
  <p:clrMapOvr>
    <a:masterClrMapping/>
  </p:clrMapOvr>
  <p:transition spd="slow">
    <p:push dir="u"/>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EE04EC-4E56-424C-9407-DFC461F1D22E}"/>
              </a:ext>
            </a:extLst>
          </p:cNvPr>
          <p:cNvSpPr>
            <a:spLocks noGrp="1"/>
          </p:cNvSpPr>
          <p:nvPr>
            <p:ph type="ctrTitle"/>
          </p:nvPr>
        </p:nvSpPr>
        <p:spPr>
          <a:xfrm>
            <a:off x="515938" y="3083920"/>
            <a:ext cx="10152062" cy="2310064"/>
          </a:xfrm>
        </p:spPr>
        <p:txBody>
          <a:bodyPr/>
          <a:lstStyle/>
          <a:p>
            <a:r>
              <a:rPr lang="en-US" dirty="0"/>
              <a:t>Evaluation Methodology and Iterative Process</a:t>
            </a:r>
          </a:p>
        </p:txBody>
      </p:sp>
      <p:sp>
        <p:nvSpPr>
          <p:cNvPr id="6" name="Subtitle 5">
            <a:extLst>
              <a:ext uri="{FF2B5EF4-FFF2-40B4-BE49-F238E27FC236}">
                <a16:creationId xmlns:a16="http://schemas.microsoft.com/office/drawing/2014/main" id="{BDFCA70B-AC67-7C32-4964-1B8E1B573E51}"/>
              </a:ext>
            </a:extLst>
          </p:cNvPr>
          <p:cNvSpPr>
            <a:spLocks noGrp="1"/>
          </p:cNvSpPr>
          <p:nvPr>
            <p:ph type="subTitle" idx="1"/>
          </p:nvPr>
        </p:nvSpPr>
        <p:spPr>
          <a:xfrm>
            <a:off x="515939" y="5448988"/>
            <a:ext cx="10152062" cy="1075642"/>
          </a:xfrm>
        </p:spPr>
        <p:txBody>
          <a:bodyPr/>
          <a:lstStyle/>
          <a:p>
            <a:endParaRPr lang="en-US"/>
          </a:p>
        </p:txBody>
      </p:sp>
    </p:spTree>
    <p:extLst>
      <p:ext uri="{BB962C8B-B14F-4D97-AF65-F5344CB8AC3E}">
        <p14:creationId xmlns:p14="http://schemas.microsoft.com/office/powerpoint/2010/main" val="1766185952"/>
      </p:ext>
    </p:extLst>
  </p:cSld>
  <p:clrMapOvr>
    <a:masterClrMapping/>
  </p:clrMapOvr>
  <p:transition spd="slow">
    <p:push dir="u"/>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B39581A1-F923-E6AB-C287-2AE6E3E31AD5}"/>
              </a:ext>
            </a:extLst>
          </p:cNvPr>
          <p:cNvSpPr>
            <a:spLocks noGrp="1"/>
          </p:cNvSpPr>
          <p:nvPr>
            <p:ph type="title"/>
          </p:nvPr>
        </p:nvSpPr>
        <p:spPr/>
        <p:txBody>
          <a:bodyPr/>
          <a:lstStyle/>
          <a:p>
            <a:r>
              <a:rPr lang="en-US" dirty="0"/>
              <a:t>Phase 1: Initial Proof of Concept (POC)</a:t>
            </a:r>
          </a:p>
        </p:txBody>
      </p:sp>
      <p:graphicFrame>
        <p:nvGraphicFramePr>
          <p:cNvPr id="3" name="Content Placeholder 1">
            <a:extLst>
              <a:ext uri="{FF2B5EF4-FFF2-40B4-BE49-F238E27FC236}">
                <a16:creationId xmlns:a16="http://schemas.microsoft.com/office/drawing/2014/main" id="{930B9890-AF5B-4136-552F-994FEF48E5E0}"/>
              </a:ext>
            </a:extLst>
          </p:cNvPr>
          <p:cNvGraphicFramePr>
            <a:graphicFrameLocks/>
          </p:cNvGraphicFramePr>
          <p:nvPr>
            <p:extLst>
              <p:ext uri="{D42A27DB-BD31-4B8C-83A1-F6EECF244321}">
                <p14:modId xmlns:p14="http://schemas.microsoft.com/office/powerpoint/2010/main" val="2728861075"/>
              </p:ext>
            </p:extLst>
          </p:nvPr>
        </p:nvGraphicFramePr>
        <p:xfrm>
          <a:off x="515938" y="1412875"/>
          <a:ext cx="11160124" cy="532462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880580246"/>
      </p:ext>
    </p:extLst>
  </p:cSld>
  <p:clrMapOvr>
    <a:masterClrMapping/>
  </p:clrMapOvr>
  <p:transition spd="slow">
    <p:push dir="u"/>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883686D5-4CC7-5EED-169A-89C9E646D268}"/>
              </a:ext>
            </a:extLst>
          </p:cNvPr>
          <p:cNvSpPr>
            <a:spLocks noGrp="1"/>
          </p:cNvSpPr>
          <p:nvPr>
            <p:ph type="title"/>
          </p:nvPr>
        </p:nvSpPr>
        <p:spPr>
          <a:xfrm>
            <a:off x="515938" y="365125"/>
            <a:ext cx="10585556" cy="1047750"/>
          </a:xfrm>
        </p:spPr>
        <p:txBody>
          <a:bodyPr anchor="b">
            <a:normAutofit/>
          </a:bodyPr>
          <a:lstStyle/>
          <a:p>
            <a:r>
              <a:rPr lang="en-US" b="1" dirty="0"/>
              <a:t>Phase 2: Enhanced Solution Based on POC</a:t>
            </a:r>
            <a:endParaRPr lang="en-US" dirty="0"/>
          </a:p>
        </p:txBody>
      </p:sp>
      <p:graphicFrame>
        <p:nvGraphicFramePr>
          <p:cNvPr id="8" name="Content Placeholder 1">
            <a:extLst>
              <a:ext uri="{FF2B5EF4-FFF2-40B4-BE49-F238E27FC236}">
                <a16:creationId xmlns:a16="http://schemas.microsoft.com/office/drawing/2014/main" id="{5E2C0D33-AB40-FA3D-B797-92432225A165}"/>
              </a:ext>
            </a:extLst>
          </p:cNvPr>
          <p:cNvGraphicFramePr>
            <a:graphicFrameLocks noGrp="1"/>
          </p:cNvGraphicFramePr>
          <p:nvPr>
            <p:ph idx="1"/>
            <p:extLst>
              <p:ext uri="{D42A27DB-BD31-4B8C-83A1-F6EECF244321}">
                <p14:modId xmlns:p14="http://schemas.microsoft.com/office/powerpoint/2010/main" val="1923603881"/>
              </p:ext>
            </p:extLst>
          </p:nvPr>
        </p:nvGraphicFramePr>
        <p:xfrm>
          <a:off x="515937" y="1506828"/>
          <a:ext cx="11160124" cy="535117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157831844"/>
      </p:ext>
    </p:extLst>
  </p:cSld>
  <p:clrMapOvr>
    <a:masterClrMapping/>
  </p:clrMapOvr>
  <p:transition spd="slow">
    <p:push dir="u"/>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FBC96C4D-64AF-78BD-E6E1-CF815C21493A}"/>
              </a:ext>
            </a:extLst>
          </p:cNvPr>
          <p:cNvSpPr>
            <a:spLocks noGrp="1"/>
          </p:cNvSpPr>
          <p:nvPr>
            <p:ph type="title"/>
          </p:nvPr>
        </p:nvSpPr>
        <p:spPr/>
        <p:txBody>
          <a:bodyPr/>
          <a:lstStyle/>
          <a:p>
            <a:r>
              <a:rPr lang="en-US" dirty="0"/>
              <a:t>Phase 3: Full Dataset Testing</a:t>
            </a:r>
          </a:p>
        </p:txBody>
      </p:sp>
      <p:graphicFrame>
        <p:nvGraphicFramePr>
          <p:cNvPr id="3" name="Content Placeholder 1">
            <a:extLst>
              <a:ext uri="{FF2B5EF4-FFF2-40B4-BE49-F238E27FC236}">
                <a16:creationId xmlns:a16="http://schemas.microsoft.com/office/drawing/2014/main" id="{25865131-CAC4-C792-5ABD-FFACC0185D3D}"/>
              </a:ext>
            </a:extLst>
          </p:cNvPr>
          <p:cNvGraphicFramePr>
            <a:graphicFrameLocks/>
          </p:cNvGraphicFramePr>
          <p:nvPr>
            <p:extLst>
              <p:ext uri="{D42A27DB-BD31-4B8C-83A1-F6EECF244321}">
                <p14:modId xmlns:p14="http://schemas.microsoft.com/office/powerpoint/2010/main" val="1454935763"/>
              </p:ext>
            </p:extLst>
          </p:nvPr>
        </p:nvGraphicFramePr>
        <p:xfrm>
          <a:off x="515938" y="1558343"/>
          <a:ext cx="11160124" cy="517915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117667162"/>
      </p:ext>
    </p:extLst>
  </p:cSld>
  <p:clrMapOvr>
    <a:masterClrMapping/>
  </p:clrMapOvr>
  <p:transition spd="slow">
    <p:push dir="u"/>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Content Placeholder 13" descr="A collage of a road&#10;&#10;Description automatically generated">
            <a:extLst>
              <a:ext uri="{FF2B5EF4-FFF2-40B4-BE49-F238E27FC236}">
                <a16:creationId xmlns:a16="http://schemas.microsoft.com/office/drawing/2014/main" id="{0659FB43-96FE-E3D7-D88D-56B22AD53EDA}"/>
              </a:ext>
            </a:extLst>
          </p:cNvPr>
          <p:cNvPicPr>
            <a:picLocks noGrp="1" noChangeAspect="1"/>
          </p:cNvPicPr>
          <p:nvPr>
            <p:ph idx="1"/>
          </p:nvPr>
        </p:nvPicPr>
        <p:blipFill>
          <a:blip r:embed="rId3"/>
          <a:srcRect t="7780" b="8741"/>
          <a:stretch/>
        </p:blipFill>
        <p:spPr>
          <a:xfrm>
            <a:off x="148254" y="2408470"/>
            <a:ext cx="11895484" cy="2592371"/>
          </a:xfrm>
        </p:spPr>
      </p:pic>
      <p:sp>
        <p:nvSpPr>
          <p:cNvPr id="6" name="Title 5">
            <a:extLst>
              <a:ext uri="{FF2B5EF4-FFF2-40B4-BE49-F238E27FC236}">
                <a16:creationId xmlns:a16="http://schemas.microsoft.com/office/drawing/2014/main" id="{D9159EC4-2C00-4525-43FA-6B41FDBAE880}"/>
              </a:ext>
            </a:extLst>
          </p:cNvPr>
          <p:cNvSpPr>
            <a:spLocks noGrp="1"/>
          </p:cNvSpPr>
          <p:nvPr>
            <p:ph type="title"/>
          </p:nvPr>
        </p:nvSpPr>
        <p:spPr/>
        <p:txBody>
          <a:bodyPr/>
          <a:lstStyle/>
          <a:p>
            <a:r>
              <a:rPr lang="en-US" dirty="0"/>
              <a:t>Results</a:t>
            </a:r>
          </a:p>
        </p:txBody>
      </p:sp>
      <p:sp>
        <p:nvSpPr>
          <p:cNvPr id="4" name="TextBox 3">
            <a:extLst>
              <a:ext uri="{FF2B5EF4-FFF2-40B4-BE49-F238E27FC236}">
                <a16:creationId xmlns:a16="http://schemas.microsoft.com/office/drawing/2014/main" id="{83F4D754-404C-45F5-36FD-0025FFDFC602}"/>
              </a:ext>
            </a:extLst>
          </p:cNvPr>
          <p:cNvSpPr txBox="1"/>
          <p:nvPr/>
        </p:nvSpPr>
        <p:spPr>
          <a:xfrm>
            <a:off x="257965" y="5069236"/>
            <a:ext cx="11676063" cy="738664"/>
          </a:xfrm>
          <a:prstGeom prst="rect">
            <a:avLst/>
          </a:prstGeom>
          <a:noFill/>
        </p:spPr>
        <p:txBody>
          <a:bodyPr wrap="square">
            <a:spAutoFit/>
          </a:bodyPr>
          <a:lstStyle/>
          <a:p>
            <a:r>
              <a:rPr lang="en-US" sz="1400" b="1" dirty="0">
                <a:solidFill>
                  <a:schemeClr val="accent1"/>
                </a:solidFill>
              </a:rPr>
              <a:t>M:	</a:t>
            </a:r>
            <a:r>
              <a:rPr lang="en-US" sz="1400" dirty="0">
                <a:solidFill>
                  <a:schemeClr val="accent1"/>
                </a:solidFill>
              </a:rPr>
              <a:t>weather.overcast;area.rural;daytime.noon;season.autumn;lighting.dark;structure.regular;construction.unchanged</a:t>
            </a:r>
          </a:p>
          <a:p>
            <a:endParaRPr lang="en-US" sz="1400" dirty="0">
              <a:solidFill>
                <a:schemeClr val="accent1"/>
              </a:solidFill>
            </a:endParaRPr>
          </a:p>
          <a:p>
            <a:r>
              <a:rPr lang="en-US" sz="1400" b="1" dirty="0">
                <a:solidFill>
                  <a:schemeClr val="accent1"/>
                </a:solidFill>
              </a:rPr>
              <a:t>GT:	</a:t>
            </a:r>
            <a:r>
              <a:rPr lang="en-US" sz="1400" dirty="0">
                <a:solidFill>
                  <a:schemeClr val="accent1"/>
                </a:solidFill>
              </a:rPr>
              <a:t>weather.overcast;area.rural;daytime.noon;season.autumn;lighting.illuminated;structure.overpass;construction.unchanged</a:t>
            </a:r>
          </a:p>
        </p:txBody>
      </p:sp>
      <p:sp>
        <p:nvSpPr>
          <p:cNvPr id="16" name="TextBox 15">
            <a:extLst>
              <a:ext uri="{FF2B5EF4-FFF2-40B4-BE49-F238E27FC236}">
                <a16:creationId xmlns:a16="http://schemas.microsoft.com/office/drawing/2014/main" id="{A15C6004-F8F8-8E86-84EC-103E77A42B1E}"/>
              </a:ext>
            </a:extLst>
          </p:cNvPr>
          <p:cNvSpPr txBox="1"/>
          <p:nvPr/>
        </p:nvSpPr>
        <p:spPr>
          <a:xfrm>
            <a:off x="2892845" y="1936377"/>
            <a:ext cx="6406301" cy="646331"/>
          </a:xfrm>
          <a:prstGeom prst="rect">
            <a:avLst/>
          </a:prstGeom>
          <a:noFill/>
        </p:spPr>
        <p:txBody>
          <a:bodyPr wrap="square">
            <a:spAutoFit/>
          </a:bodyPr>
          <a:lstStyle/>
          <a:p>
            <a:pPr algn="ctr"/>
            <a:r>
              <a:rPr lang="en-US" b="1" dirty="0">
                <a:solidFill>
                  <a:schemeClr val="accent1"/>
                </a:solidFill>
              </a:rPr>
              <a:t>Scene </a:t>
            </a:r>
            <a:r>
              <a:rPr lang="en-US" sz="1800" b="1" dirty="0">
                <a:solidFill>
                  <a:schemeClr val="accent1"/>
                </a:solidFill>
              </a:rPr>
              <a:t>Token:</a:t>
            </a:r>
          </a:p>
          <a:p>
            <a:pPr algn="ctr"/>
            <a:r>
              <a:rPr lang="en-US" sz="1800" dirty="0">
                <a:solidFill>
                  <a:schemeClr val="accent1"/>
                </a:solidFill>
              </a:rPr>
              <a:t>b1a5d39958334cb1922414438802cd1d</a:t>
            </a:r>
          </a:p>
        </p:txBody>
      </p:sp>
    </p:spTree>
    <p:extLst>
      <p:ext uri="{BB962C8B-B14F-4D97-AF65-F5344CB8AC3E}">
        <p14:creationId xmlns:p14="http://schemas.microsoft.com/office/powerpoint/2010/main" val="2628118162"/>
      </p:ext>
    </p:extLst>
  </p:cSld>
  <p:clrMapOvr>
    <a:masterClrMapping/>
  </p:clrMapOvr>
  <p:transition spd="slow">
    <p:push dir="u"/>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24EA8F-24E4-1F95-A304-B669672EAB90}"/>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55EEBF1-A1E1-6370-A7CC-F23FE3100167}"/>
              </a:ext>
            </a:extLst>
          </p:cNvPr>
          <p:cNvSpPr>
            <a:spLocks noGrp="1"/>
          </p:cNvSpPr>
          <p:nvPr>
            <p:ph idx="1"/>
          </p:nvPr>
        </p:nvSpPr>
        <p:spPr>
          <a:xfrm>
            <a:off x="515937" y="1787096"/>
            <a:ext cx="11160124" cy="3409937"/>
          </a:xfrm>
        </p:spPr>
        <p:txBody>
          <a:bodyPr/>
          <a:lstStyle/>
          <a:p>
            <a:r>
              <a:rPr lang="en-US" dirty="0"/>
              <a:t>Summary of differences by category:</a:t>
            </a:r>
          </a:p>
          <a:p>
            <a:endParaRPr lang="en-US" dirty="0"/>
          </a:p>
        </p:txBody>
      </p:sp>
      <p:sp>
        <p:nvSpPr>
          <p:cNvPr id="6" name="Title 5">
            <a:extLst>
              <a:ext uri="{FF2B5EF4-FFF2-40B4-BE49-F238E27FC236}">
                <a16:creationId xmlns:a16="http://schemas.microsoft.com/office/drawing/2014/main" id="{364F5DAA-BABE-820A-7ADD-CBA9B498CBF7}"/>
              </a:ext>
            </a:extLst>
          </p:cNvPr>
          <p:cNvSpPr>
            <a:spLocks noGrp="1"/>
          </p:cNvSpPr>
          <p:nvPr>
            <p:ph type="title"/>
          </p:nvPr>
        </p:nvSpPr>
        <p:spPr/>
        <p:txBody>
          <a:bodyPr/>
          <a:lstStyle/>
          <a:p>
            <a:r>
              <a:rPr lang="en-US" dirty="0"/>
              <a:t>Results</a:t>
            </a:r>
          </a:p>
        </p:txBody>
      </p:sp>
      <p:graphicFrame>
        <p:nvGraphicFramePr>
          <p:cNvPr id="7" name="Table 6">
            <a:extLst>
              <a:ext uri="{FF2B5EF4-FFF2-40B4-BE49-F238E27FC236}">
                <a16:creationId xmlns:a16="http://schemas.microsoft.com/office/drawing/2014/main" id="{6C6BDF30-6490-D282-9182-05DE60835BC0}"/>
              </a:ext>
            </a:extLst>
          </p:cNvPr>
          <p:cNvGraphicFramePr>
            <a:graphicFrameLocks noGrp="1"/>
          </p:cNvGraphicFramePr>
          <p:nvPr>
            <p:extLst>
              <p:ext uri="{D42A27DB-BD31-4B8C-83A1-F6EECF244321}">
                <p14:modId xmlns:p14="http://schemas.microsoft.com/office/powerpoint/2010/main" val="1383049938"/>
              </p:ext>
            </p:extLst>
          </p:nvPr>
        </p:nvGraphicFramePr>
        <p:xfrm>
          <a:off x="1849457" y="2764175"/>
          <a:ext cx="7918518" cy="2682240"/>
        </p:xfrm>
        <a:graphic>
          <a:graphicData uri="http://schemas.openxmlformats.org/drawingml/2006/table">
            <a:tbl>
              <a:tblPr firstRow="1" bandRow="1">
                <a:tableStyleId>{5C22544A-7EE6-4342-B048-85BDC9FD1C3A}</a:tableStyleId>
              </a:tblPr>
              <a:tblGrid>
                <a:gridCol w="2639506">
                  <a:extLst>
                    <a:ext uri="{9D8B030D-6E8A-4147-A177-3AD203B41FA5}">
                      <a16:colId xmlns:a16="http://schemas.microsoft.com/office/drawing/2014/main" val="20000"/>
                    </a:ext>
                  </a:extLst>
                </a:gridCol>
                <a:gridCol w="2639506">
                  <a:extLst>
                    <a:ext uri="{9D8B030D-6E8A-4147-A177-3AD203B41FA5}">
                      <a16:colId xmlns:a16="http://schemas.microsoft.com/office/drawing/2014/main" val="20001"/>
                    </a:ext>
                  </a:extLst>
                </a:gridCol>
                <a:gridCol w="2639506">
                  <a:extLst>
                    <a:ext uri="{9D8B030D-6E8A-4147-A177-3AD203B41FA5}">
                      <a16:colId xmlns:a16="http://schemas.microsoft.com/office/drawing/2014/main" val="2307844011"/>
                    </a:ext>
                  </a:extLst>
                </a:gridCol>
              </a:tblGrid>
              <a:tr h="335280">
                <a:tc>
                  <a:txBody>
                    <a:bodyPr/>
                    <a:lstStyle/>
                    <a:p>
                      <a:pPr>
                        <a:defRPr sz="1400" b="1"/>
                      </a:pPr>
                      <a:r>
                        <a:rPr b="1" dirty="0"/>
                        <a:t>Category</a:t>
                      </a:r>
                    </a:p>
                  </a:txBody>
                  <a:tcPr/>
                </a:tc>
                <a:tc>
                  <a:txBody>
                    <a:bodyPr/>
                    <a:lstStyle/>
                    <a:p>
                      <a:pPr>
                        <a:defRPr sz="1400" b="1"/>
                      </a:pPr>
                      <a:r>
                        <a:rPr b="1" dirty="0"/>
                        <a:t>Count of Differences</a:t>
                      </a:r>
                    </a:p>
                  </a:txBody>
                  <a:tcPr/>
                </a:tc>
                <a:tc>
                  <a:txBody>
                    <a:bodyPr/>
                    <a:lstStyle/>
                    <a:p>
                      <a:pPr>
                        <a:defRPr sz="1400" b="1"/>
                      </a:pPr>
                      <a:r>
                        <a:rPr lang="sv-SE" b="1" dirty="0" err="1"/>
                        <a:t>Accuracy</a:t>
                      </a:r>
                      <a:r>
                        <a:rPr lang="sv-SE" b="1" dirty="0"/>
                        <a:t> (%)</a:t>
                      </a:r>
                      <a:endParaRPr b="1" dirty="0"/>
                    </a:p>
                  </a:txBody>
                  <a:tcPr/>
                </a:tc>
                <a:extLst>
                  <a:ext uri="{0D108BD9-81ED-4DB2-BD59-A6C34878D82A}">
                    <a16:rowId xmlns:a16="http://schemas.microsoft.com/office/drawing/2014/main" val="10000"/>
                  </a:ext>
                </a:extLst>
              </a:tr>
              <a:tr h="335280">
                <a:tc>
                  <a:txBody>
                    <a:bodyPr/>
                    <a:lstStyle/>
                    <a:p>
                      <a:r>
                        <a:rPr lang="en-US" sz="1600" b="0" dirty="0"/>
                        <a:t>Weather</a:t>
                      </a:r>
                      <a:endParaRPr sz="1600" b="0" dirty="0"/>
                    </a:p>
                  </a:txBody>
                  <a:tcPr/>
                </a:tc>
                <a:tc>
                  <a:txBody>
                    <a:bodyPr/>
                    <a:lstStyle/>
                    <a:p>
                      <a:r>
                        <a:rPr sz="1600" b="0" dirty="0"/>
                        <a:t>213</a:t>
                      </a:r>
                    </a:p>
                  </a:txBody>
                  <a:tcPr/>
                </a:tc>
                <a:tc>
                  <a:txBody>
                    <a:bodyPr/>
                    <a:lstStyle/>
                    <a:p>
                      <a:r>
                        <a:rPr lang="sv-SE" sz="1600" b="0" dirty="0"/>
                        <a:t>71.49</a:t>
                      </a:r>
                      <a:endParaRPr sz="1600" b="0" dirty="0"/>
                    </a:p>
                  </a:txBody>
                  <a:tcPr/>
                </a:tc>
                <a:extLst>
                  <a:ext uri="{0D108BD9-81ED-4DB2-BD59-A6C34878D82A}">
                    <a16:rowId xmlns:a16="http://schemas.microsoft.com/office/drawing/2014/main" val="670969557"/>
                  </a:ext>
                </a:extLst>
              </a:tr>
              <a:tr h="335280">
                <a:tc>
                  <a:txBody>
                    <a:bodyPr/>
                    <a:lstStyle/>
                    <a:p>
                      <a:r>
                        <a:rPr sz="1600" b="0" dirty="0"/>
                        <a:t>Area</a:t>
                      </a:r>
                    </a:p>
                  </a:txBody>
                  <a:tcPr/>
                </a:tc>
                <a:tc>
                  <a:txBody>
                    <a:bodyPr/>
                    <a:lstStyle/>
                    <a:p>
                      <a:r>
                        <a:rPr sz="1600" b="0" dirty="0"/>
                        <a:t>58</a:t>
                      </a:r>
                    </a:p>
                  </a:txBody>
                  <a:tcPr/>
                </a:tc>
                <a:tc>
                  <a:txBody>
                    <a:bodyPr/>
                    <a:lstStyle/>
                    <a:p>
                      <a:pPr>
                        <a:defRPr sz="1400" b="1"/>
                      </a:pPr>
                      <a:r>
                        <a:rPr lang="en-US" sz="1600" b="0" i="0" kern="1200" dirty="0">
                          <a:solidFill>
                            <a:schemeClr val="dk1"/>
                          </a:solidFill>
                          <a:effectLst/>
                          <a:latin typeface="+mn-lt"/>
                          <a:ea typeface="+mn-ea"/>
                          <a:cs typeface="+mn-cs"/>
                        </a:rPr>
                        <a:t>92.24</a:t>
                      </a:r>
                      <a:endParaRPr sz="1600" b="0" dirty="0"/>
                    </a:p>
                  </a:txBody>
                  <a:tcPr/>
                </a:tc>
                <a:extLst>
                  <a:ext uri="{0D108BD9-81ED-4DB2-BD59-A6C34878D82A}">
                    <a16:rowId xmlns:a16="http://schemas.microsoft.com/office/drawing/2014/main" val="10001"/>
                  </a:ext>
                </a:extLst>
              </a:tr>
              <a:tr h="335280">
                <a:tc>
                  <a:txBody>
                    <a:bodyPr/>
                    <a:lstStyle/>
                    <a:p>
                      <a:r>
                        <a:rPr sz="1600" b="0" dirty="0"/>
                        <a:t>Daytime</a:t>
                      </a:r>
                    </a:p>
                  </a:txBody>
                  <a:tcPr/>
                </a:tc>
                <a:tc>
                  <a:txBody>
                    <a:bodyPr/>
                    <a:lstStyle/>
                    <a:p>
                      <a:r>
                        <a:rPr sz="1600" b="0" dirty="0"/>
                        <a:t>10</a:t>
                      </a:r>
                    </a:p>
                  </a:txBody>
                  <a:tcPr/>
                </a:tc>
                <a:tc>
                  <a:txBody>
                    <a:bodyPr/>
                    <a:lstStyle/>
                    <a:p>
                      <a:r>
                        <a:rPr lang="sv-SE" sz="1600" b="0" dirty="0">
                          <a:solidFill>
                            <a:schemeClr val="tx2"/>
                          </a:solidFill>
                        </a:rPr>
                        <a:t>98.66</a:t>
                      </a:r>
                      <a:endParaRPr sz="1600" b="0" dirty="0">
                        <a:solidFill>
                          <a:schemeClr val="tx2"/>
                        </a:solidFill>
                      </a:endParaRPr>
                    </a:p>
                  </a:txBody>
                  <a:tcPr/>
                </a:tc>
                <a:extLst>
                  <a:ext uri="{0D108BD9-81ED-4DB2-BD59-A6C34878D82A}">
                    <a16:rowId xmlns:a16="http://schemas.microsoft.com/office/drawing/2014/main" val="10002"/>
                  </a:ext>
                </a:extLst>
              </a:tr>
              <a:tr h="335280">
                <a:tc>
                  <a:txBody>
                    <a:bodyPr/>
                    <a:lstStyle/>
                    <a:p>
                      <a:r>
                        <a:rPr sz="1600" b="0" dirty="0"/>
                        <a:t>Season</a:t>
                      </a:r>
                    </a:p>
                  </a:txBody>
                  <a:tcPr/>
                </a:tc>
                <a:tc>
                  <a:txBody>
                    <a:bodyPr/>
                    <a:lstStyle/>
                    <a:p>
                      <a:r>
                        <a:rPr sz="1600" b="0" dirty="0"/>
                        <a:t>16</a:t>
                      </a:r>
                    </a:p>
                  </a:txBody>
                  <a:tcPr/>
                </a:tc>
                <a:tc>
                  <a:txBody>
                    <a:bodyPr/>
                    <a:lstStyle/>
                    <a:p>
                      <a:r>
                        <a:rPr lang="sv-SE" sz="1600" b="0" dirty="0">
                          <a:solidFill>
                            <a:schemeClr val="tx2"/>
                          </a:solidFill>
                        </a:rPr>
                        <a:t>97.86</a:t>
                      </a:r>
                      <a:endParaRPr sz="1600" b="0" dirty="0">
                        <a:solidFill>
                          <a:schemeClr val="tx2"/>
                        </a:solidFill>
                      </a:endParaRPr>
                    </a:p>
                  </a:txBody>
                  <a:tcPr/>
                </a:tc>
                <a:extLst>
                  <a:ext uri="{0D108BD9-81ED-4DB2-BD59-A6C34878D82A}">
                    <a16:rowId xmlns:a16="http://schemas.microsoft.com/office/drawing/2014/main" val="10003"/>
                  </a:ext>
                </a:extLst>
              </a:tr>
              <a:tr h="335280">
                <a:tc>
                  <a:txBody>
                    <a:bodyPr/>
                    <a:lstStyle/>
                    <a:p>
                      <a:r>
                        <a:rPr sz="1600" b="0" dirty="0"/>
                        <a:t>Lighting</a:t>
                      </a:r>
                    </a:p>
                  </a:txBody>
                  <a:tcPr/>
                </a:tc>
                <a:tc>
                  <a:txBody>
                    <a:bodyPr/>
                    <a:lstStyle/>
                    <a:p>
                      <a:r>
                        <a:rPr sz="1600" b="0" dirty="0">
                          <a:solidFill>
                            <a:schemeClr val="tx2"/>
                          </a:solidFill>
                        </a:rPr>
                        <a:t>416</a:t>
                      </a:r>
                    </a:p>
                  </a:txBody>
                  <a:tcPr/>
                </a:tc>
                <a:tc>
                  <a:txBody>
                    <a:bodyPr/>
                    <a:lstStyle/>
                    <a:p>
                      <a:r>
                        <a:rPr lang="sv-SE" sz="1600" b="0" dirty="0"/>
                        <a:t>44.31</a:t>
                      </a:r>
                      <a:endParaRPr sz="1600" b="0" dirty="0"/>
                    </a:p>
                  </a:txBody>
                  <a:tcPr/>
                </a:tc>
                <a:extLst>
                  <a:ext uri="{0D108BD9-81ED-4DB2-BD59-A6C34878D82A}">
                    <a16:rowId xmlns:a16="http://schemas.microsoft.com/office/drawing/2014/main" val="10004"/>
                  </a:ext>
                </a:extLst>
              </a:tr>
              <a:tr h="335280">
                <a:tc>
                  <a:txBody>
                    <a:bodyPr/>
                    <a:lstStyle/>
                    <a:p>
                      <a:r>
                        <a:rPr sz="1600" b="0" dirty="0"/>
                        <a:t>Structure</a:t>
                      </a:r>
                    </a:p>
                  </a:txBody>
                  <a:tcPr/>
                </a:tc>
                <a:tc>
                  <a:txBody>
                    <a:bodyPr/>
                    <a:lstStyle/>
                    <a:p>
                      <a:r>
                        <a:rPr sz="1600" b="0" dirty="0"/>
                        <a:t>231</a:t>
                      </a:r>
                    </a:p>
                  </a:txBody>
                  <a:tcPr/>
                </a:tc>
                <a:tc>
                  <a:txBody>
                    <a:bodyPr/>
                    <a:lstStyle/>
                    <a:p>
                      <a:r>
                        <a:rPr lang="sv-SE" sz="1600" b="0" dirty="0"/>
                        <a:t>69.08</a:t>
                      </a:r>
                      <a:endParaRPr sz="1600" b="0" dirty="0"/>
                    </a:p>
                  </a:txBody>
                  <a:tcPr/>
                </a:tc>
                <a:extLst>
                  <a:ext uri="{0D108BD9-81ED-4DB2-BD59-A6C34878D82A}">
                    <a16:rowId xmlns:a16="http://schemas.microsoft.com/office/drawing/2014/main" val="10005"/>
                  </a:ext>
                </a:extLst>
              </a:tr>
              <a:tr h="335280">
                <a:tc>
                  <a:txBody>
                    <a:bodyPr/>
                    <a:lstStyle/>
                    <a:p>
                      <a:r>
                        <a:rPr sz="1600" b="0" dirty="0"/>
                        <a:t>Construction</a:t>
                      </a:r>
                    </a:p>
                  </a:txBody>
                  <a:tcPr/>
                </a:tc>
                <a:tc>
                  <a:txBody>
                    <a:bodyPr/>
                    <a:lstStyle/>
                    <a:p>
                      <a:r>
                        <a:rPr sz="1600" b="0" dirty="0"/>
                        <a:t>58</a:t>
                      </a:r>
                    </a:p>
                  </a:txBody>
                  <a:tcPr/>
                </a:tc>
                <a:tc>
                  <a:txBody>
                    <a:bodyPr/>
                    <a:lstStyle/>
                    <a:p>
                      <a:r>
                        <a:rPr lang="sv-SE" sz="1600" b="0" dirty="0"/>
                        <a:t>92.24</a:t>
                      </a:r>
                      <a:endParaRPr sz="1600" b="0" dirty="0"/>
                    </a:p>
                  </a:txBody>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1944000198"/>
      </p:ext>
    </p:extLst>
  </p:cSld>
  <p:clrMapOvr>
    <a:masterClrMapping/>
  </p:clrMapOvr>
  <p:transition spd="slow">
    <p:push dir="u"/>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Table 6">
            <a:extLst>
              <a:ext uri="{FF2B5EF4-FFF2-40B4-BE49-F238E27FC236}">
                <a16:creationId xmlns:a16="http://schemas.microsoft.com/office/drawing/2014/main" id="{B74137E0-C4C2-F342-A65F-2246C3849373}"/>
              </a:ext>
            </a:extLst>
          </p:cNvPr>
          <p:cNvGraphicFramePr>
            <a:graphicFrameLocks noGrp="1"/>
          </p:cNvGraphicFramePr>
          <p:nvPr>
            <p:extLst>
              <p:ext uri="{D42A27DB-BD31-4B8C-83A1-F6EECF244321}">
                <p14:modId xmlns:p14="http://schemas.microsoft.com/office/powerpoint/2010/main" val="2076864748"/>
              </p:ext>
            </p:extLst>
          </p:nvPr>
        </p:nvGraphicFramePr>
        <p:xfrm>
          <a:off x="0" y="0"/>
          <a:ext cx="12192000" cy="6852326"/>
        </p:xfrm>
        <a:graphic>
          <a:graphicData uri="http://schemas.openxmlformats.org/drawingml/2006/table">
            <a:tbl>
              <a:tblPr firstRow="1" bandRow="1">
                <a:tableStyleId>{5C22544A-7EE6-4342-B048-85BDC9FD1C3A}</a:tableStyleId>
              </a:tblPr>
              <a:tblGrid>
                <a:gridCol w="3048000">
                  <a:extLst>
                    <a:ext uri="{9D8B030D-6E8A-4147-A177-3AD203B41FA5}">
                      <a16:colId xmlns:a16="http://schemas.microsoft.com/office/drawing/2014/main" val="20000"/>
                    </a:ext>
                  </a:extLst>
                </a:gridCol>
                <a:gridCol w="3048000">
                  <a:extLst>
                    <a:ext uri="{9D8B030D-6E8A-4147-A177-3AD203B41FA5}">
                      <a16:colId xmlns:a16="http://schemas.microsoft.com/office/drawing/2014/main" val="20001"/>
                    </a:ext>
                  </a:extLst>
                </a:gridCol>
                <a:gridCol w="3048000">
                  <a:extLst>
                    <a:ext uri="{9D8B030D-6E8A-4147-A177-3AD203B41FA5}">
                      <a16:colId xmlns:a16="http://schemas.microsoft.com/office/drawing/2014/main" val="20002"/>
                    </a:ext>
                  </a:extLst>
                </a:gridCol>
                <a:gridCol w="3048000">
                  <a:extLst>
                    <a:ext uri="{9D8B030D-6E8A-4147-A177-3AD203B41FA5}">
                      <a16:colId xmlns:a16="http://schemas.microsoft.com/office/drawing/2014/main" val="20003"/>
                    </a:ext>
                  </a:extLst>
                </a:gridCol>
              </a:tblGrid>
              <a:tr h="424966">
                <a:tc>
                  <a:txBody>
                    <a:bodyPr/>
                    <a:lstStyle/>
                    <a:p>
                      <a:pPr>
                        <a:defRPr b="1"/>
                      </a:pPr>
                      <a:r>
                        <a:rPr sz="1400" dirty="0"/>
                        <a:t>Category</a:t>
                      </a:r>
                    </a:p>
                  </a:txBody>
                  <a:tcPr/>
                </a:tc>
                <a:tc>
                  <a:txBody>
                    <a:bodyPr/>
                    <a:lstStyle/>
                    <a:p>
                      <a:pPr>
                        <a:defRPr b="1"/>
                      </a:pPr>
                      <a:r>
                        <a:rPr sz="1400" dirty="0"/>
                        <a:t>Category Accuracy</a:t>
                      </a:r>
                      <a:r>
                        <a:rPr lang="sv-SE" sz="1400" dirty="0"/>
                        <a:t> (%)</a:t>
                      </a:r>
                      <a:endParaRPr sz="1400" dirty="0"/>
                    </a:p>
                  </a:txBody>
                  <a:tcPr/>
                </a:tc>
                <a:tc>
                  <a:txBody>
                    <a:bodyPr/>
                    <a:lstStyle/>
                    <a:p>
                      <a:pPr>
                        <a:defRPr b="1"/>
                      </a:pPr>
                      <a:r>
                        <a:rPr lang="en-US" sz="1400" dirty="0"/>
                        <a:t>Model Prediction</a:t>
                      </a:r>
                    </a:p>
                  </a:txBody>
                  <a:tcPr/>
                </a:tc>
                <a:tc>
                  <a:txBody>
                    <a:bodyPr/>
                    <a:lstStyle/>
                    <a:p>
                      <a:pPr>
                        <a:defRPr b="1"/>
                      </a:pPr>
                      <a:r>
                        <a:rPr sz="1400" dirty="0"/>
                        <a:t>Count</a:t>
                      </a:r>
                      <a:r>
                        <a:rPr lang="sv-SE" sz="1400" dirty="0"/>
                        <a:t> </a:t>
                      </a:r>
                      <a:r>
                        <a:rPr lang="sv-SE" sz="1400" dirty="0" err="1"/>
                        <a:t>of</a:t>
                      </a:r>
                      <a:r>
                        <a:rPr lang="sv-SE" sz="1400" dirty="0"/>
                        <a:t> </a:t>
                      </a:r>
                      <a:r>
                        <a:rPr lang="sv-SE" sz="1400" dirty="0" err="1"/>
                        <a:t>Differences</a:t>
                      </a:r>
                      <a:endParaRPr sz="1400" dirty="0"/>
                    </a:p>
                  </a:txBody>
                  <a:tcPr/>
                </a:tc>
                <a:extLst>
                  <a:ext uri="{0D108BD9-81ED-4DB2-BD59-A6C34878D82A}">
                    <a16:rowId xmlns:a16="http://schemas.microsoft.com/office/drawing/2014/main" val="10000"/>
                  </a:ext>
                </a:extLst>
              </a:tr>
              <a:tr h="321368">
                <a:tc>
                  <a:txBody>
                    <a:bodyPr/>
                    <a:lstStyle/>
                    <a:p>
                      <a:r>
                        <a:rPr sz="1400" dirty="0"/>
                        <a:t>Weather</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sv-SE" sz="1400" b="0" dirty="0"/>
                        <a:t>71.49%</a:t>
                      </a:r>
                    </a:p>
                  </a:txBody>
                  <a:tcPr/>
                </a:tc>
                <a:tc>
                  <a:txBody>
                    <a:bodyPr/>
                    <a:lstStyle/>
                    <a:p>
                      <a:r>
                        <a:rPr lang="en-US" sz="1400" dirty="0">
                          <a:solidFill>
                            <a:schemeClr val="tx2"/>
                          </a:solidFill>
                        </a:rPr>
                        <a:t>Overcast</a:t>
                      </a:r>
                    </a:p>
                  </a:txBody>
                  <a:tcPr/>
                </a:tc>
                <a:tc>
                  <a:txBody>
                    <a:bodyPr/>
                    <a:lstStyle/>
                    <a:p>
                      <a:r>
                        <a:rPr sz="1400" dirty="0">
                          <a:solidFill>
                            <a:schemeClr val="tx2"/>
                          </a:solidFill>
                        </a:rPr>
                        <a:t>200</a:t>
                      </a:r>
                    </a:p>
                  </a:txBody>
                  <a:tcPr/>
                </a:tc>
                <a:extLst>
                  <a:ext uri="{0D108BD9-81ED-4DB2-BD59-A6C34878D82A}">
                    <a16:rowId xmlns:a16="http://schemas.microsoft.com/office/drawing/2014/main" val="10001"/>
                  </a:ext>
                </a:extLst>
              </a:tr>
              <a:tr h="321368">
                <a:tc>
                  <a:txBody>
                    <a:bodyPr/>
                    <a:lstStyle/>
                    <a:p>
                      <a:endParaRPr sz="1400"/>
                    </a:p>
                  </a:txBody>
                  <a:tcPr/>
                </a:tc>
                <a:tc>
                  <a:txBody>
                    <a:bodyPr/>
                    <a:lstStyle/>
                    <a:p>
                      <a:endParaRPr sz="1400"/>
                    </a:p>
                  </a:txBody>
                  <a:tcPr/>
                </a:tc>
                <a:tc>
                  <a:txBody>
                    <a:bodyPr/>
                    <a:lstStyle/>
                    <a:p>
                      <a:r>
                        <a:rPr lang="en-US" sz="1400" dirty="0"/>
                        <a:t>Clear</a:t>
                      </a:r>
                    </a:p>
                  </a:txBody>
                  <a:tcPr/>
                </a:tc>
                <a:tc>
                  <a:txBody>
                    <a:bodyPr/>
                    <a:lstStyle/>
                    <a:p>
                      <a:r>
                        <a:rPr sz="1400" dirty="0"/>
                        <a:t>12</a:t>
                      </a:r>
                    </a:p>
                  </a:txBody>
                  <a:tcPr/>
                </a:tc>
                <a:extLst>
                  <a:ext uri="{0D108BD9-81ED-4DB2-BD59-A6C34878D82A}">
                    <a16:rowId xmlns:a16="http://schemas.microsoft.com/office/drawing/2014/main" val="10008"/>
                  </a:ext>
                </a:extLst>
              </a:tr>
              <a:tr h="321368">
                <a:tc>
                  <a:txBody>
                    <a:bodyPr/>
                    <a:lstStyle/>
                    <a:p>
                      <a:endParaRPr sz="1400"/>
                    </a:p>
                  </a:txBody>
                  <a:tcPr/>
                </a:tc>
                <a:tc>
                  <a:txBody>
                    <a:bodyPr/>
                    <a:lstStyle/>
                    <a:p>
                      <a:endParaRPr sz="1400"/>
                    </a:p>
                  </a:txBody>
                  <a:tcPr/>
                </a:tc>
                <a:tc>
                  <a:txBody>
                    <a:bodyPr/>
                    <a:lstStyle/>
                    <a:p>
                      <a:r>
                        <a:rPr lang="en-US" sz="1400" dirty="0"/>
                        <a:t>Rain</a:t>
                      </a:r>
                    </a:p>
                  </a:txBody>
                  <a:tcPr/>
                </a:tc>
                <a:tc>
                  <a:txBody>
                    <a:bodyPr/>
                    <a:lstStyle/>
                    <a:p>
                      <a:r>
                        <a:rPr sz="1400" dirty="0"/>
                        <a:t>1</a:t>
                      </a:r>
                    </a:p>
                  </a:txBody>
                  <a:tcPr/>
                </a:tc>
                <a:extLst>
                  <a:ext uri="{0D108BD9-81ED-4DB2-BD59-A6C34878D82A}">
                    <a16:rowId xmlns:a16="http://schemas.microsoft.com/office/drawing/2014/main" val="10010"/>
                  </a:ext>
                </a:extLst>
              </a:tr>
              <a:tr h="321368">
                <a:tc>
                  <a:txBody>
                    <a:bodyPr/>
                    <a:lstStyle/>
                    <a:p>
                      <a:r>
                        <a:rPr sz="1400"/>
                        <a:t>Area</a:t>
                      </a:r>
                    </a:p>
                  </a:txBody>
                  <a:tcPr/>
                </a:tc>
                <a:tc>
                  <a:txBody>
                    <a:bodyPr/>
                    <a:lstStyle/>
                    <a:p>
                      <a:r>
                        <a:rPr lang="sv-SE" sz="1400" dirty="0"/>
                        <a:t>92.24%</a:t>
                      </a:r>
                      <a:endParaRPr sz="1400" dirty="0"/>
                    </a:p>
                  </a:txBody>
                  <a:tcPr/>
                </a:tc>
                <a:tc>
                  <a:txBody>
                    <a:bodyPr/>
                    <a:lstStyle/>
                    <a:p>
                      <a:r>
                        <a:rPr lang="en-US" sz="1400" dirty="0"/>
                        <a:t>Highway</a:t>
                      </a:r>
                    </a:p>
                  </a:txBody>
                  <a:tcPr/>
                </a:tc>
                <a:tc>
                  <a:txBody>
                    <a:bodyPr/>
                    <a:lstStyle/>
                    <a:p>
                      <a:r>
                        <a:rPr sz="1400" dirty="0"/>
                        <a:t>18</a:t>
                      </a:r>
                    </a:p>
                  </a:txBody>
                  <a:tcPr/>
                </a:tc>
                <a:extLst>
                  <a:ext uri="{0D108BD9-81ED-4DB2-BD59-A6C34878D82A}">
                    <a16:rowId xmlns:a16="http://schemas.microsoft.com/office/drawing/2014/main" val="10012"/>
                  </a:ext>
                </a:extLst>
              </a:tr>
              <a:tr h="321368">
                <a:tc>
                  <a:txBody>
                    <a:bodyPr/>
                    <a:lstStyle/>
                    <a:p>
                      <a:endParaRPr sz="1400"/>
                    </a:p>
                  </a:txBody>
                  <a:tcPr/>
                </a:tc>
                <a:tc>
                  <a:txBody>
                    <a:bodyPr/>
                    <a:lstStyle/>
                    <a:p>
                      <a:endParaRPr sz="1400"/>
                    </a:p>
                  </a:txBody>
                  <a:tcPr/>
                </a:tc>
                <a:tc>
                  <a:txBody>
                    <a:bodyPr/>
                    <a:lstStyle/>
                    <a:p>
                      <a:r>
                        <a:rPr lang="en-US" sz="1400" dirty="0"/>
                        <a:t>City</a:t>
                      </a:r>
                    </a:p>
                  </a:txBody>
                  <a:tcPr/>
                </a:tc>
                <a:tc>
                  <a:txBody>
                    <a:bodyPr/>
                    <a:lstStyle/>
                    <a:p>
                      <a:r>
                        <a:rPr sz="1400" dirty="0"/>
                        <a:t>18</a:t>
                      </a:r>
                    </a:p>
                  </a:txBody>
                  <a:tcPr/>
                </a:tc>
                <a:extLst>
                  <a:ext uri="{0D108BD9-81ED-4DB2-BD59-A6C34878D82A}">
                    <a16:rowId xmlns:a16="http://schemas.microsoft.com/office/drawing/2014/main" val="10018"/>
                  </a:ext>
                </a:extLst>
              </a:tr>
              <a:tr h="321368">
                <a:tc>
                  <a:txBody>
                    <a:bodyPr/>
                    <a:lstStyle/>
                    <a:p>
                      <a:endParaRPr sz="1400"/>
                    </a:p>
                  </a:txBody>
                  <a:tcPr/>
                </a:tc>
                <a:tc>
                  <a:txBody>
                    <a:bodyPr/>
                    <a:lstStyle/>
                    <a:p>
                      <a:endParaRPr sz="1400"/>
                    </a:p>
                  </a:txBody>
                  <a:tcPr/>
                </a:tc>
                <a:tc>
                  <a:txBody>
                    <a:bodyPr/>
                    <a:lstStyle/>
                    <a:p>
                      <a:r>
                        <a:rPr lang="en-US" sz="1400" dirty="0"/>
                        <a:t>Rural</a:t>
                      </a:r>
                    </a:p>
                  </a:txBody>
                  <a:tcPr/>
                </a:tc>
                <a:tc>
                  <a:txBody>
                    <a:bodyPr/>
                    <a:lstStyle/>
                    <a:p>
                      <a:r>
                        <a:rPr sz="1400"/>
                        <a:t>17</a:t>
                      </a:r>
                    </a:p>
                  </a:txBody>
                  <a:tcPr/>
                </a:tc>
                <a:extLst>
                  <a:ext uri="{0D108BD9-81ED-4DB2-BD59-A6C34878D82A}">
                    <a16:rowId xmlns:a16="http://schemas.microsoft.com/office/drawing/2014/main" val="10024"/>
                  </a:ext>
                </a:extLst>
              </a:tr>
              <a:tr h="321368">
                <a:tc>
                  <a:txBody>
                    <a:bodyPr/>
                    <a:lstStyle/>
                    <a:p>
                      <a:endParaRPr sz="1400"/>
                    </a:p>
                  </a:txBody>
                  <a:tcPr/>
                </a:tc>
                <a:tc>
                  <a:txBody>
                    <a:bodyPr/>
                    <a:lstStyle/>
                    <a:p>
                      <a:endParaRPr sz="1400"/>
                    </a:p>
                  </a:txBody>
                  <a:tcPr/>
                </a:tc>
                <a:tc>
                  <a:txBody>
                    <a:bodyPr/>
                    <a:lstStyle/>
                    <a:p>
                      <a:r>
                        <a:rPr lang="en-US" sz="1400" dirty="0"/>
                        <a:t>Terminal</a:t>
                      </a:r>
                    </a:p>
                  </a:txBody>
                  <a:tcPr/>
                </a:tc>
                <a:tc>
                  <a:txBody>
                    <a:bodyPr/>
                    <a:lstStyle/>
                    <a:p>
                      <a:r>
                        <a:rPr sz="1400" dirty="0"/>
                        <a:t>3</a:t>
                      </a:r>
                    </a:p>
                  </a:txBody>
                  <a:tcPr/>
                </a:tc>
                <a:extLst>
                  <a:ext uri="{0D108BD9-81ED-4DB2-BD59-A6C34878D82A}">
                    <a16:rowId xmlns:a16="http://schemas.microsoft.com/office/drawing/2014/main" val="10029"/>
                  </a:ext>
                </a:extLst>
              </a:tr>
              <a:tr h="321368">
                <a:tc>
                  <a:txBody>
                    <a:bodyPr/>
                    <a:lstStyle/>
                    <a:p>
                      <a:endParaRPr sz="1400"/>
                    </a:p>
                  </a:txBody>
                  <a:tcPr/>
                </a:tc>
                <a:tc>
                  <a:txBody>
                    <a:bodyPr/>
                    <a:lstStyle/>
                    <a:p>
                      <a:endParaRPr sz="1400"/>
                    </a:p>
                  </a:txBody>
                  <a:tcPr/>
                </a:tc>
                <a:tc>
                  <a:txBody>
                    <a:bodyPr/>
                    <a:lstStyle/>
                    <a:p>
                      <a:r>
                        <a:rPr lang="en-US" sz="1400" dirty="0">
                          <a:solidFill>
                            <a:schemeClr val="tx2"/>
                          </a:solidFill>
                        </a:rPr>
                        <a:t>Tunnel</a:t>
                      </a:r>
                    </a:p>
                  </a:txBody>
                  <a:tcPr/>
                </a:tc>
                <a:tc>
                  <a:txBody>
                    <a:bodyPr/>
                    <a:lstStyle/>
                    <a:p>
                      <a:r>
                        <a:rPr sz="1400" dirty="0">
                          <a:solidFill>
                            <a:schemeClr val="tx2"/>
                          </a:solidFill>
                        </a:rPr>
                        <a:t>1</a:t>
                      </a:r>
                    </a:p>
                  </a:txBody>
                  <a:tcPr/>
                </a:tc>
                <a:extLst>
                  <a:ext uri="{0D108BD9-81ED-4DB2-BD59-A6C34878D82A}">
                    <a16:rowId xmlns:a16="http://schemas.microsoft.com/office/drawing/2014/main" val="10033"/>
                  </a:ext>
                </a:extLst>
              </a:tr>
              <a:tr h="321368">
                <a:tc>
                  <a:txBody>
                    <a:bodyPr/>
                    <a:lstStyle/>
                    <a:p>
                      <a:r>
                        <a:rPr sz="1400"/>
                        <a:t>Daytime</a:t>
                      </a:r>
                    </a:p>
                  </a:txBody>
                  <a:tcPr/>
                </a:tc>
                <a:tc>
                  <a:txBody>
                    <a:bodyPr/>
                    <a:lstStyle/>
                    <a:p>
                      <a:r>
                        <a:rPr lang="sv-SE" sz="1400" dirty="0">
                          <a:solidFill>
                            <a:schemeClr val="tx2"/>
                          </a:solidFill>
                        </a:rPr>
                        <a:t>98.66%</a:t>
                      </a:r>
                      <a:endParaRPr sz="1400" dirty="0">
                        <a:solidFill>
                          <a:schemeClr val="tx2"/>
                        </a:solidFill>
                      </a:endParaRPr>
                    </a:p>
                  </a:txBody>
                  <a:tcPr/>
                </a:tc>
                <a:tc>
                  <a:txBody>
                    <a:bodyPr/>
                    <a:lstStyle/>
                    <a:p>
                      <a:r>
                        <a:rPr lang="en-US" sz="1400" dirty="0"/>
                        <a:t>Morning</a:t>
                      </a:r>
                    </a:p>
                  </a:txBody>
                  <a:tcPr/>
                </a:tc>
                <a:tc>
                  <a:txBody>
                    <a:bodyPr/>
                    <a:lstStyle/>
                    <a:p>
                      <a:r>
                        <a:rPr sz="1400" dirty="0"/>
                        <a:t>8</a:t>
                      </a:r>
                    </a:p>
                  </a:txBody>
                  <a:tcPr/>
                </a:tc>
                <a:extLst>
                  <a:ext uri="{0D108BD9-81ED-4DB2-BD59-A6C34878D82A}">
                    <a16:rowId xmlns:a16="http://schemas.microsoft.com/office/drawing/2014/main" val="10035"/>
                  </a:ext>
                </a:extLst>
              </a:tr>
              <a:tr h="321368">
                <a:tc>
                  <a:txBody>
                    <a:bodyPr/>
                    <a:lstStyle/>
                    <a:p>
                      <a:endParaRPr sz="1400"/>
                    </a:p>
                  </a:txBody>
                  <a:tcPr/>
                </a:tc>
                <a:tc>
                  <a:txBody>
                    <a:bodyPr/>
                    <a:lstStyle/>
                    <a:p>
                      <a:endParaRPr sz="1400">
                        <a:solidFill>
                          <a:schemeClr val="tx2"/>
                        </a:solidFill>
                      </a:endParaRPr>
                    </a:p>
                  </a:txBody>
                  <a:tcPr/>
                </a:tc>
                <a:tc>
                  <a:txBody>
                    <a:bodyPr/>
                    <a:lstStyle/>
                    <a:p>
                      <a:r>
                        <a:rPr lang="en-US" sz="1400" dirty="0"/>
                        <a:t>Noon</a:t>
                      </a:r>
                    </a:p>
                  </a:txBody>
                  <a:tcPr/>
                </a:tc>
                <a:tc>
                  <a:txBody>
                    <a:bodyPr/>
                    <a:lstStyle/>
                    <a:p>
                      <a:r>
                        <a:rPr sz="1400" dirty="0"/>
                        <a:t>2</a:t>
                      </a:r>
                    </a:p>
                  </a:txBody>
                  <a:tcPr/>
                </a:tc>
                <a:extLst>
                  <a:ext uri="{0D108BD9-81ED-4DB2-BD59-A6C34878D82A}">
                    <a16:rowId xmlns:a16="http://schemas.microsoft.com/office/drawing/2014/main" val="10037"/>
                  </a:ext>
                </a:extLst>
              </a:tr>
              <a:tr h="321368">
                <a:tc>
                  <a:txBody>
                    <a:bodyPr/>
                    <a:lstStyle/>
                    <a:p>
                      <a:r>
                        <a:rPr sz="1400"/>
                        <a:t>Season</a:t>
                      </a:r>
                    </a:p>
                  </a:txBody>
                  <a:tcPr/>
                </a:tc>
                <a:tc>
                  <a:txBody>
                    <a:bodyPr/>
                    <a:lstStyle/>
                    <a:p>
                      <a:r>
                        <a:rPr lang="sv-SE" sz="1400" dirty="0">
                          <a:solidFill>
                            <a:schemeClr val="tx2"/>
                          </a:solidFill>
                        </a:rPr>
                        <a:t>97.86%</a:t>
                      </a:r>
                      <a:endParaRPr sz="1400" dirty="0">
                        <a:solidFill>
                          <a:schemeClr val="tx2"/>
                        </a:solidFill>
                      </a:endParaRPr>
                    </a:p>
                  </a:txBody>
                  <a:tcPr/>
                </a:tc>
                <a:tc>
                  <a:txBody>
                    <a:bodyPr/>
                    <a:lstStyle/>
                    <a:p>
                      <a:r>
                        <a:rPr lang="en-US" sz="1400" dirty="0"/>
                        <a:t>Autumn</a:t>
                      </a:r>
                    </a:p>
                  </a:txBody>
                  <a:tcPr/>
                </a:tc>
                <a:tc>
                  <a:txBody>
                    <a:bodyPr/>
                    <a:lstStyle/>
                    <a:p>
                      <a:r>
                        <a:rPr sz="1400" dirty="0"/>
                        <a:t>16</a:t>
                      </a:r>
                    </a:p>
                  </a:txBody>
                  <a:tcPr/>
                </a:tc>
                <a:extLst>
                  <a:ext uri="{0D108BD9-81ED-4DB2-BD59-A6C34878D82A}">
                    <a16:rowId xmlns:a16="http://schemas.microsoft.com/office/drawing/2014/main" val="10040"/>
                  </a:ext>
                </a:extLst>
              </a:tr>
              <a:tr h="321368">
                <a:tc>
                  <a:txBody>
                    <a:bodyPr/>
                    <a:lstStyle/>
                    <a:p>
                      <a:r>
                        <a:rPr sz="1400"/>
                        <a:t>Lighting</a:t>
                      </a:r>
                    </a:p>
                  </a:txBody>
                  <a:tcPr/>
                </a:tc>
                <a:tc>
                  <a:txBody>
                    <a:bodyPr/>
                    <a:lstStyle/>
                    <a:p>
                      <a:r>
                        <a:rPr lang="sv-SE" sz="1400" dirty="0"/>
                        <a:t>44.31%</a:t>
                      </a:r>
                      <a:endParaRPr sz="1400" dirty="0"/>
                    </a:p>
                  </a:txBody>
                  <a:tcPr/>
                </a:tc>
                <a:tc>
                  <a:txBody>
                    <a:bodyPr/>
                    <a:lstStyle/>
                    <a:p>
                      <a:r>
                        <a:rPr lang="en-US" sz="1400" dirty="0">
                          <a:solidFill>
                            <a:schemeClr val="tx2"/>
                          </a:solidFill>
                        </a:rPr>
                        <a:t>Dark</a:t>
                      </a:r>
                    </a:p>
                  </a:txBody>
                  <a:tcPr/>
                </a:tc>
                <a:tc>
                  <a:txBody>
                    <a:bodyPr/>
                    <a:lstStyle/>
                    <a:p>
                      <a:r>
                        <a:rPr sz="1400" dirty="0">
                          <a:solidFill>
                            <a:schemeClr val="tx2"/>
                          </a:solidFill>
                        </a:rPr>
                        <a:t>409</a:t>
                      </a:r>
                    </a:p>
                  </a:txBody>
                  <a:tcPr/>
                </a:tc>
                <a:extLst>
                  <a:ext uri="{0D108BD9-81ED-4DB2-BD59-A6C34878D82A}">
                    <a16:rowId xmlns:a16="http://schemas.microsoft.com/office/drawing/2014/main" val="10042"/>
                  </a:ext>
                </a:extLst>
              </a:tr>
              <a:tr h="321368">
                <a:tc>
                  <a:txBody>
                    <a:bodyPr/>
                    <a:lstStyle/>
                    <a:p>
                      <a:endParaRPr sz="1400" dirty="0"/>
                    </a:p>
                  </a:txBody>
                  <a:tcPr/>
                </a:tc>
                <a:tc>
                  <a:txBody>
                    <a:bodyPr/>
                    <a:lstStyle/>
                    <a:p>
                      <a:endParaRPr sz="1400"/>
                    </a:p>
                  </a:txBody>
                  <a:tcPr/>
                </a:tc>
                <a:tc>
                  <a:txBody>
                    <a:bodyPr/>
                    <a:lstStyle/>
                    <a:p>
                      <a:r>
                        <a:rPr lang="en-US" sz="1400" dirty="0"/>
                        <a:t>Illuminated</a:t>
                      </a:r>
                    </a:p>
                  </a:txBody>
                  <a:tcPr/>
                </a:tc>
                <a:tc>
                  <a:txBody>
                    <a:bodyPr/>
                    <a:lstStyle/>
                    <a:p>
                      <a:r>
                        <a:rPr sz="1400"/>
                        <a:t>5</a:t>
                      </a:r>
                    </a:p>
                  </a:txBody>
                  <a:tcPr/>
                </a:tc>
                <a:extLst>
                  <a:ext uri="{0D108BD9-81ED-4DB2-BD59-A6C34878D82A}">
                    <a16:rowId xmlns:a16="http://schemas.microsoft.com/office/drawing/2014/main" val="10046"/>
                  </a:ext>
                </a:extLst>
              </a:tr>
              <a:tr h="321368">
                <a:tc>
                  <a:txBody>
                    <a:bodyPr/>
                    <a:lstStyle/>
                    <a:p>
                      <a:endParaRPr sz="1400" dirty="0"/>
                    </a:p>
                  </a:txBody>
                  <a:tcPr/>
                </a:tc>
                <a:tc>
                  <a:txBody>
                    <a:bodyPr/>
                    <a:lstStyle/>
                    <a:p>
                      <a:endParaRPr sz="1400"/>
                    </a:p>
                  </a:txBody>
                  <a:tcPr/>
                </a:tc>
                <a:tc>
                  <a:txBody>
                    <a:bodyPr/>
                    <a:lstStyle/>
                    <a:p>
                      <a:r>
                        <a:rPr lang="en-US" sz="1400" dirty="0"/>
                        <a:t>Twilight</a:t>
                      </a:r>
                    </a:p>
                  </a:txBody>
                  <a:tcPr/>
                </a:tc>
                <a:tc>
                  <a:txBody>
                    <a:bodyPr/>
                    <a:lstStyle/>
                    <a:p>
                      <a:r>
                        <a:rPr sz="1400" dirty="0"/>
                        <a:t>2</a:t>
                      </a:r>
                    </a:p>
                  </a:txBody>
                  <a:tcPr/>
                </a:tc>
                <a:extLst>
                  <a:ext uri="{0D108BD9-81ED-4DB2-BD59-A6C34878D82A}">
                    <a16:rowId xmlns:a16="http://schemas.microsoft.com/office/drawing/2014/main" val="10049"/>
                  </a:ext>
                </a:extLst>
              </a:tr>
              <a:tr h="321368">
                <a:tc>
                  <a:txBody>
                    <a:bodyPr/>
                    <a:lstStyle/>
                    <a:p>
                      <a:r>
                        <a:rPr sz="1400" dirty="0"/>
                        <a:t>Structure</a:t>
                      </a:r>
                    </a:p>
                  </a:txBody>
                  <a:tcPr/>
                </a:tc>
                <a:tc>
                  <a:txBody>
                    <a:bodyPr/>
                    <a:lstStyle/>
                    <a:p>
                      <a:r>
                        <a:rPr lang="sv-SE" sz="1400" dirty="0"/>
                        <a:t>69.08</a:t>
                      </a:r>
                      <a:r>
                        <a:rPr sz="1400" dirty="0"/>
                        <a:t>%</a:t>
                      </a:r>
                    </a:p>
                  </a:txBody>
                  <a:tcPr/>
                </a:tc>
                <a:tc>
                  <a:txBody>
                    <a:bodyPr/>
                    <a:lstStyle/>
                    <a:p>
                      <a:r>
                        <a:rPr lang="en-US" sz="1400" dirty="0">
                          <a:solidFill>
                            <a:schemeClr val="tx2"/>
                          </a:solidFill>
                        </a:rPr>
                        <a:t>Regular</a:t>
                      </a:r>
                    </a:p>
                  </a:txBody>
                  <a:tcPr/>
                </a:tc>
                <a:tc>
                  <a:txBody>
                    <a:bodyPr/>
                    <a:lstStyle/>
                    <a:p>
                      <a:r>
                        <a:rPr sz="1400" dirty="0">
                          <a:solidFill>
                            <a:schemeClr val="tx2"/>
                          </a:solidFill>
                        </a:rPr>
                        <a:t>157</a:t>
                      </a:r>
                    </a:p>
                  </a:txBody>
                  <a:tcPr/>
                </a:tc>
                <a:extLst>
                  <a:ext uri="{0D108BD9-81ED-4DB2-BD59-A6C34878D82A}">
                    <a16:rowId xmlns:a16="http://schemas.microsoft.com/office/drawing/2014/main" val="10051"/>
                  </a:ext>
                </a:extLst>
              </a:tr>
              <a:tr h="321368">
                <a:tc>
                  <a:txBody>
                    <a:bodyPr/>
                    <a:lstStyle/>
                    <a:p>
                      <a:endParaRPr sz="1400" dirty="0"/>
                    </a:p>
                  </a:txBody>
                  <a:tcPr/>
                </a:tc>
                <a:tc>
                  <a:txBody>
                    <a:bodyPr/>
                    <a:lstStyle/>
                    <a:p>
                      <a:endParaRPr sz="1400"/>
                    </a:p>
                  </a:txBody>
                  <a:tcPr/>
                </a:tc>
                <a:tc>
                  <a:txBody>
                    <a:bodyPr/>
                    <a:lstStyle/>
                    <a:p>
                      <a:r>
                        <a:rPr lang="en-US" sz="1400" dirty="0"/>
                        <a:t>Overpass</a:t>
                      </a:r>
                    </a:p>
                  </a:txBody>
                  <a:tcPr/>
                </a:tc>
                <a:tc>
                  <a:txBody>
                    <a:bodyPr/>
                    <a:lstStyle/>
                    <a:p>
                      <a:r>
                        <a:rPr sz="1400" dirty="0"/>
                        <a:t>26</a:t>
                      </a:r>
                    </a:p>
                  </a:txBody>
                  <a:tcPr/>
                </a:tc>
                <a:extLst>
                  <a:ext uri="{0D108BD9-81ED-4DB2-BD59-A6C34878D82A}">
                    <a16:rowId xmlns:a16="http://schemas.microsoft.com/office/drawing/2014/main" val="10055"/>
                  </a:ext>
                </a:extLst>
              </a:tr>
              <a:tr h="321368">
                <a:tc>
                  <a:txBody>
                    <a:bodyPr/>
                    <a:lstStyle/>
                    <a:p>
                      <a:endParaRPr sz="1400" dirty="0"/>
                    </a:p>
                  </a:txBody>
                  <a:tcPr/>
                </a:tc>
                <a:tc>
                  <a:txBody>
                    <a:bodyPr/>
                    <a:lstStyle/>
                    <a:p>
                      <a:endParaRPr sz="1400"/>
                    </a:p>
                  </a:txBody>
                  <a:tcPr/>
                </a:tc>
                <a:tc>
                  <a:txBody>
                    <a:bodyPr/>
                    <a:lstStyle/>
                    <a:p>
                      <a:r>
                        <a:rPr lang="en-US" sz="1400" dirty="0"/>
                        <a:t>Tunnel</a:t>
                      </a:r>
                    </a:p>
                  </a:txBody>
                  <a:tcPr/>
                </a:tc>
                <a:tc>
                  <a:txBody>
                    <a:bodyPr/>
                    <a:lstStyle/>
                    <a:p>
                      <a:r>
                        <a:rPr sz="1400" dirty="0"/>
                        <a:t>32</a:t>
                      </a:r>
                    </a:p>
                  </a:txBody>
                  <a:tcPr/>
                </a:tc>
                <a:extLst>
                  <a:ext uri="{0D108BD9-81ED-4DB2-BD59-A6C34878D82A}">
                    <a16:rowId xmlns:a16="http://schemas.microsoft.com/office/drawing/2014/main" val="10058"/>
                  </a:ext>
                </a:extLst>
              </a:tr>
              <a:tr h="321368">
                <a:tc>
                  <a:txBody>
                    <a:bodyPr/>
                    <a:lstStyle/>
                    <a:p>
                      <a:endParaRPr sz="1400" dirty="0"/>
                    </a:p>
                  </a:txBody>
                  <a:tcPr/>
                </a:tc>
                <a:tc>
                  <a:txBody>
                    <a:bodyPr/>
                    <a:lstStyle/>
                    <a:p>
                      <a:endParaRPr sz="1400"/>
                    </a:p>
                  </a:txBody>
                  <a:tcPr/>
                </a:tc>
                <a:tc>
                  <a:txBody>
                    <a:bodyPr/>
                    <a:lstStyle/>
                    <a:p>
                      <a:r>
                        <a:rPr lang="en-US" sz="1400" dirty="0"/>
                        <a:t>Bridge</a:t>
                      </a:r>
                    </a:p>
                  </a:txBody>
                  <a:tcPr/>
                </a:tc>
                <a:tc>
                  <a:txBody>
                    <a:bodyPr/>
                    <a:lstStyle/>
                    <a:p>
                      <a:r>
                        <a:rPr sz="1400" dirty="0"/>
                        <a:t>16</a:t>
                      </a:r>
                    </a:p>
                  </a:txBody>
                  <a:tcPr/>
                </a:tc>
                <a:extLst>
                  <a:ext uri="{0D108BD9-81ED-4DB2-BD59-A6C34878D82A}">
                    <a16:rowId xmlns:a16="http://schemas.microsoft.com/office/drawing/2014/main" val="10061"/>
                  </a:ext>
                </a:extLst>
              </a:tr>
              <a:tr h="321368">
                <a:tc>
                  <a:txBody>
                    <a:bodyPr/>
                    <a:lstStyle/>
                    <a:p>
                      <a:r>
                        <a:rPr sz="1400" dirty="0"/>
                        <a:t>Construction</a:t>
                      </a:r>
                    </a:p>
                  </a:txBody>
                  <a:tcPr/>
                </a:tc>
                <a:tc>
                  <a:txBody>
                    <a:bodyPr/>
                    <a:lstStyle/>
                    <a:p>
                      <a:r>
                        <a:rPr lang="sv-SE" sz="1400" dirty="0"/>
                        <a:t>92.24</a:t>
                      </a:r>
                      <a:r>
                        <a:rPr sz="1400" dirty="0"/>
                        <a:t>%</a:t>
                      </a:r>
                    </a:p>
                  </a:txBody>
                  <a:tcPr/>
                </a:tc>
                <a:tc>
                  <a:txBody>
                    <a:bodyPr/>
                    <a:lstStyle/>
                    <a:p>
                      <a:r>
                        <a:rPr lang="en-US" sz="1400" dirty="0"/>
                        <a:t>Roadworks</a:t>
                      </a:r>
                    </a:p>
                  </a:txBody>
                  <a:tcPr/>
                </a:tc>
                <a:tc>
                  <a:txBody>
                    <a:bodyPr/>
                    <a:lstStyle/>
                    <a:p>
                      <a:r>
                        <a:rPr sz="1400" dirty="0"/>
                        <a:t>38</a:t>
                      </a:r>
                    </a:p>
                  </a:txBody>
                  <a:tcPr/>
                </a:tc>
                <a:extLst>
                  <a:ext uri="{0D108BD9-81ED-4DB2-BD59-A6C34878D82A}">
                    <a16:rowId xmlns:a16="http://schemas.microsoft.com/office/drawing/2014/main" val="10065"/>
                  </a:ext>
                </a:extLst>
              </a:tr>
              <a:tr h="321368">
                <a:tc>
                  <a:txBody>
                    <a:bodyPr/>
                    <a:lstStyle/>
                    <a:p>
                      <a:endParaRPr sz="1400" dirty="0"/>
                    </a:p>
                  </a:txBody>
                  <a:tcPr/>
                </a:tc>
                <a:tc>
                  <a:txBody>
                    <a:bodyPr/>
                    <a:lstStyle/>
                    <a:p>
                      <a:endParaRPr sz="1400"/>
                    </a:p>
                  </a:txBody>
                  <a:tcPr/>
                </a:tc>
                <a:tc>
                  <a:txBody>
                    <a:bodyPr/>
                    <a:lstStyle/>
                    <a:p>
                      <a:r>
                        <a:rPr lang="en-US" sz="1400" dirty="0"/>
                        <a:t>Unchanged</a:t>
                      </a:r>
                    </a:p>
                  </a:txBody>
                  <a:tcPr/>
                </a:tc>
                <a:tc>
                  <a:txBody>
                    <a:bodyPr/>
                    <a:lstStyle/>
                    <a:p>
                      <a:r>
                        <a:rPr sz="1400" dirty="0"/>
                        <a:t>20</a:t>
                      </a:r>
                    </a:p>
                  </a:txBody>
                  <a:tcPr/>
                </a:tc>
                <a:extLst>
                  <a:ext uri="{0D108BD9-81ED-4DB2-BD59-A6C34878D82A}">
                    <a16:rowId xmlns:a16="http://schemas.microsoft.com/office/drawing/2014/main" val="10067"/>
                  </a:ext>
                </a:extLst>
              </a:tr>
            </a:tbl>
          </a:graphicData>
        </a:graphic>
      </p:graphicFrame>
    </p:spTree>
    <p:extLst>
      <p:ext uri="{BB962C8B-B14F-4D97-AF65-F5344CB8AC3E}">
        <p14:creationId xmlns:p14="http://schemas.microsoft.com/office/powerpoint/2010/main" val="312444922"/>
      </p:ext>
    </p:extLst>
  </p:cSld>
  <p:clrMapOvr>
    <a:masterClrMapping/>
  </p:clrMapOvr>
  <p:transition spd="slow">
    <p:push dir="u"/>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82BC8774-9D17-7EDD-D406-7B5201BD99CB}"/>
              </a:ext>
            </a:extLst>
          </p:cNvPr>
          <p:cNvSpPr>
            <a:spLocks noGrp="1"/>
          </p:cNvSpPr>
          <p:nvPr>
            <p:ph type="title"/>
          </p:nvPr>
        </p:nvSpPr>
        <p:spPr>
          <a:xfrm>
            <a:off x="515938" y="365125"/>
            <a:ext cx="10585556" cy="1047750"/>
          </a:xfrm>
        </p:spPr>
        <p:txBody>
          <a:bodyPr anchor="b">
            <a:normAutofit/>
          </a:bodyPr>
          <a:lstStyle/>
          <a:p>
            <a:r>
              <a:rPr lang="en-US" dirty="0"/>
              <a:t>Discussion</a:t>
            </a:r>
          </a:p>
        </p:txBody>
      </p:sp>
      <p:sp>
        <p:nvSpPr>
          <p:cNvPr id="7" name="Content Placeholder 6">
            <a:extLst>
              <a:ext uri="{FF2B5EF4-FFF2-40B4-BE49-F238E27FC236}">
                <a16:creationId xmlns:a16="http://schemas.microsoft.com/office/drawing/2014/main" id="{B06DF032-E861-FB69-04C4-52C5B9C8D494}"/>
              </a:ext>
            </a:extLst>
          </p:cNvPr>
          <p:cNvSpPr txBox="1">
            <a:spLocks noGrp="1"/>
          </p:cNvSpPr>
          <p:nvPr>
            <p:ph idx="1"/>
          </p:nvPr>
        </p:nvSpPr>
        <p:spPr>
          <a:xfrm>
            <a:off x="515937" y="1787095"/>
            <a:ext cx="3492501" cy="4440709"/>
          </a:xfrm>
        </p:spPr>
        <p:txBody>
          <a:bodyPr>
            <a:normAutofit lnSpcReduction="10000"/>
          </a:bodyPr>
          <a:lstStyle/>
          <a:p>
            <a:r>
              <a:rPr lang="en-US" sz="1400" b="1" dirty="0"/>
              <a:t>Season and Daytime</a:t>
            </a:r>
            <a:r>
              <a:rPr lang="en-US" sz="1400" dirty="0"/>
              <a:t>: These parameters were computed independently from the timestamp, which should eliminate errors. However, minor inconsistencies might arise due to misinterpretation of borderline conditions.</a:t>
            </a:r>
          </a:p>
          <a:p>
            <a:pPr>
              <a:buFont typeface="Arial" panose="020B0604020202020204" pitchFamily="34" charset="0"/>
              <a:buChar char="•"/>
            </a:pPr>
            <a:r>
              <a:rPr lang="en-US" sz="1400" b="1" dirty="0"/>
              <a:t>Weather Categorization Challenges</a:t>
            </a:r>
            <a:r>
              <a:rPr lang="en-US" sz="1400" dirty="0"/>
              <a:t>: Defining weather conditions was complex, as distinctions between categories like "clear" versus "clear with clouds" (potentially overcast) or "overcast" versus "fog" are often ambiguous. </a:t>
            </a:r>
          </a:p>
          <a:p>
            <a:pPr>
              <a:buFont typeface="Arial" panose="020B0604020202020204" pitchFamily="34" charset="0"/>
              <a:buChar char="•"/>
            </a:pPr>
            <a:r>
              <a:rPr lang="en-US" sz="1400" b="1" dirty="0"/>
              <a:t>Lighting</a:t>
            </a:r>
            <a:r>
              <a:rPr lang="en-US" sz="1400" dirty="0"/>
              <a:t>: The model often interprets the absence of sunlight as low light or darkness, leading to a higher count of differences in this category.</a:t>
            </a:r>
          </a:p>
          <a:p>
            <a:pPr>
              <a:buFont typeface="Arial" panose="020B0604020202020204" pitchFamily="34" charset="0"/>
              <a:buChar char="•"/>
            </a:pPr>
            <a:r>
              <a:rPr lang="en-US" sz="1400" b="1" dirty="0"/>
              <a:t>Structure Coverage</a:t>
            </a:r>
            <a:r>
              <a:rPr lang="en-US" sz="1400" dirty="0"/>
              <a:t>: Occasionally, the given images do not capture certain structures present in the scene.</a:t>
            </a:r>
          </a:p>
        </p:txBody>
      </p:sp>
      <p:sp>
        <p:nvSpPr>
          <p:cNvPr id="5" name="Slide Number Placeholder 4">
            <a:extLst>
              <a:ext uri="{FF2B5EF4-FFF2-40B4-BE49-F238E27FC236}">
                <a16:creationId xmlns:a16="http://schemas.microsoft.com/office/drawing/2014/main" id="{096DDCF6-5E40-1413-983F-FE4F2119F73A}"/>
              </a:ext>
            </a:extLst>
          </p:cNvPr>
          <p:cNvSpPr>
            <a:spLocks noGrp="1"/>
          </p:cNvSpPr>
          <p:nvPr>
            <p:ph type="sldNum" sz="quarter" idx="12"/>
          </p:nvPr>
        </p:nvSpPr>
        <p:spPr>
          <a:xfrm>
            <a:off x="11169226" y="6396945"/>
            <a:ext cx="506835" cy="213783"/>
          </a:xfrm>
        </p:spPr>
        <p:txBody>
          <a:bodyPr anchor="ctr">
            <a:normAutofit/>
          </a:bodyPr>
          <a:lstStyle/>
          <a:p>
            <a:pPr>
              <a:spcAft>
                <a:spcPts val="600"/>
              </a:spcAft>
            </a:pPr>
            <a:fld id="{0183C6E6-4335-4428-AB21-BBACF8148F3A}" type="slidenum">
              <a:rPr lang="en-US" smtClean="0"/>
              <a:pPr>
                <a:spcAft>
                  <a:spcPts val="600"/>
                </a:spcAft>
              </a:pPr>
              <a:t>14</a:t>
            </a:fld>
            <a:endParaRPr lang="en-US"/>
          </a:p>
        </p:txBody>
      </p:sp>
      <p:pic>
        <p:nvPicPr>
          <p:cNvPr id="3" name="Picture 2" descr="A collage of a truck&#10;&#10;Description automatically generated">
            <a:extLst>
              <a:ext uri="{FF2B5EF4-FFF2-40B4-BE49-F238E27FC236}">
                <a16:creationId xmlns:a16="http://schemas.microsoft.com/office/drawing/2014/main" id="{B69DE77E-BE56-A86D-9FB2-602698126B1E}"/>
              </a:ext>
            </a:extLst>
          </p:cNvPr>
          <p:cNvPicPr>
            <a:picLocks noChangeAspect="1"/>
          </p:cNvPicPr>
          <p:nvPr/>
        </p:nvPicPr>
        <p:blipFill>
          <a:blip r:embed="rId3"/>
          <a:stretch>
            <a:fillRect/>
          </a:stretch>
        </p:blipFill>
        <p:spPr>
          <a:xfrm>
            <a:off x="4297364" y="4007449"/>
            <a:ext cx="7772400" cy="2029077"/>
          </a:xfrm>
          <a:prstGeom prst="rect">
            <a:avLst/>
          </a:prstGeom>
        </p:spPr>
      </p:pic>
      <p:pic>
        <p:nvPicPr>
          <p:cNvPr id="15" name="Picture 14" descr="A road with trees and grass&#10;&#10;Description automatically generated with medium confidence">
            <a:extLst>
              <a:ext uri="{FF2B5EF4-FFF2-40B4-BE49-F238E27FC236}">
                <a16:creationId xmlns:a16="http://schemas.microsoft.com/office/drawing/2014/main" id="{31E95107-158F-9D6E-4B1B-09756DAE6591}"/>
              </a:ext>
            </a:extLst>
          </p:cNvPr>
          <p:cNvPicPr>
            <a:picLocks noChangeAspect="1"/>
          </p:cNvPicPr>
          <p:nvPr/>
        </p:nvPicPr>
        <p:blipFill>
          <a:blip r:embed="rId4"/>
          <a:stretch>
            <a:fillRect/>
          </a:stretch>
        </p:blipFill>
        <p:spPr>
          <a:xfrm>
            <a:off x="4297364" y="1412875"/>
            <a:ext cx="7772400" cy="2029077"/>
          </a:xfrm>
          <a:prstGeom prst="rect">
            <a:avLst/>
          </a:prstGeom>
        </p:spPr>
      </p:pic>
    </p:spTree>
    <p:extLst>
      <p:ext uri="{BB962C8B-B14F-4D97-AF65-F5344CB8AC3E}">
        <p14:creationId xmlns:p14="http://schemas.microsoft.com/office/powerpoint/2010/main" val="2434406795"/>
      </p:ext>
    </p:extLst>
  </p:cSld>
  <p:clrMapOvr>
    <a:masterClrMapping/>
  </p:clrMapOvr>
  <p:transition spd="slow">
    <p:push dir="u"/>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B59EA28B-D0B4-3F30-E379-6DBC1A5AA110}"/>
              </a:ext>
            </a:extLst>
          </p:cNvPr>
          <p:cNvSpPr>
            <a:spLocks noGrp="1"/>
          </p:cNvSpPr>
          <p:nvPr>
            <p:ph type="title"/>
          </p:nvPr>
        </p:nvSpPr>
        <p:spPr>
          <a:xfrm>
            <a:off x="515938" y="365125"/>
            <a:ext cx="10585556" cy="1047750"/>
          </a:xfrm>
        </p:spPr>
        <p:txBody>
          <a:bodyPr anchor="b">
            <a:normAutofit/>
          </a:bodyPr>
          <a:lstStyle/>
          <a:p>
            <a:r>
              <a:rPr lang="en-US" dirty="0"/>
              <a:t>Overall Limitations</a:t>
            </a:r>
          </a:p>
        </p:txBody>
      </p:sp>
      <p:graphicFrame>
        <p:nvGraphicFramePr>
          <p:cNvPr id="8" name="Content Placeholder 1">
            <a:extLst>
              <a:ext uri="{FF2B5EF4-FFF2-40B4-BE49-F238E27FC236}">
                <a16:creationId xmlns:a16="http://schemas.microsoft.com/office/drawing/2014/main" id="{FE39FBBC-FC48-B743-51E5-D595A48E212A}"/>
              </a:ext>
            </a:extLst>
          </p:cNvPr>
          <p:cNvGraphicFramePr>
            <a:graphicFrameLocks noGrp="1"/>
          </p:cNvGraphicFramePr>
          <p:nvPr>
            <p:ph idx="1"/>
            <p:extLst>
              <p:ext uri="{D42A27DB-BD31-4B8C-83A1-F6EECF244321}">
                <p14:modId xmlns:p14="http://schemas.microsoft.com/office/powerpoint/2010/main" val="2216651357"/>
              </p:ext>
            </p:extLst>
          </p:nvPr>
        </p:nvGraphicFramePr>
        <p:xfrm>
          <a:off x="515937" y="1787095"/>
          <a:ext cx="11160124" cy="470578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937228527"/>
      </p:ext>
    </p:extLst>
  </p:cSld>
  <p:clrMapOvr>
    <a:masterClrMapping/>
  </p:clrMapOvr>
  <p:transition spd="slow">
    <p:push dir="u"/>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427DFBF0-F2B9-7DD3-0593-8CF678B19A03}"/>
              </a:ext>
            </a:extLst>
          </p:cNvPr>
          <p:cNvSpPr>
            <a:spLocks noGrp="1"/>
          </p:cNvSpPr>
          <p:nvPr>
            <p:ph type="title"/>
          </p:nvPr>
        </p:nvSpPr>
        <p:spPr>
          <a:xfrm>
            <a:off x="515938" y="365125"/>
            <a:ext cx="10585556" cy="1047750"/>
          </a:xfrm>
        </p:spPr>
        <p:txBody>
          <a:bodyPr anchor="b">
            <a:normAutofit/>
          </a:bodyPr>
          <a:lstStyle/>
          <a:p>
            <a:r>
              <a:rPr lang="en-US" dirty="0"/>
              <a:t>Next Steps</a:t>
            </a:r>
          </a:p>
        </p:txBody>
      </p:sp>
      <p:graphicFrame>
        <p:nvGraphicFramePr>
          <p:cNvPr id="8" name="Content Placeholder 1">
            <a:extLst>
              <a:ext uri="{FF2B5EF4-FFF2-40B4-BE49-F238E27FC236}">
                <a16:creationId xmlns:a16="http://schemas.microsoft.com/office/drawing/2014/main" id="{E93D9C50-3B31-5D92-C8DA-0B5BD3000453}"/>
              </a:ext>
            </a:extLst>
          </p:cNvPr>
          <p:cNvGraphicFramePr>
            <a:graphicFrameLocks noGrp="1"/>
          </p:cNvGraphicFramePr>
          <p:nvPr>
            <p:ph idx="1"/>
            <p:extLst>
              <p:ext uri="{D42A27DB-BD31-4B8C-83A1-F6EECF244321}">
                <p14:modId xmlns:p14="http://schemas.microsoft.com/office/powerpoint/2010/main" val="1355197943"/>
              </p:ext>
            </p:extLst>
          </p:nvPr>
        </p:nvGraphicFramePr>
        <p:xfrm>
          <a:off x="515937" y="1618733"/>
          <a:ext cx="11160124" cy="446079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448068371"/>
      </p:ext>
    </p:extLst>
  </p:cSld>
  <p:clrMapOvr>
    <a:masterClrMapping/>
  </p:clrMapOvr>
  <p:transition spd="slow">
    <p:push dir="u"/>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4077924789"/>
      </p:ext>
    </p:extLst>
  </p:cSld>
  <p:clrMapOvr>
    <a:masterClrMapping/>
  </p:clrMapOvr>
  <p:transition spd="slow">
    <p:push dir="u"/>
  </p:transition>
</p:sld>
</file>

<file path=ppt/tags/tag1.xml><?xml version="1.0" encoding="utf-8"?>
<p:tagLst xmlns:a="http://schemas.openxmlformats.org/drawingml/2006/main" xmlns:r="http://schemas.openxmlformats.org/officeDocument/2006/relationships" xmlns:p="http://schemas.openxmlformats.org/presentationml/2006/main">
  <p:tag name="TAG_LANGUAGETEXTBOX" val="Eng US"/>
</p:tagLst>
</file>

<file path=ppt/tags/tag2.xml><?xml version="1.0" encoding="utf-8"?>
<p:tagLst xmlns:a="http://schemas.openxmlformats.org/drawingml/2006/main" xmlns:r="http://schemas.openxmlformats.org/officeDocument/2006/relationships" xmlns:p="http://schemas.openxmlformats.org/presentationml/2006/main">
  <p:tag name="TAG_LANGUAGETEXTBOX" val="Eng US"/>
</p:tagLst>
</file>

<file path=ppt/tags/tag3.xml><?xml version="1.0" encoding="utf-8"?>
<p:tagLst xmlns:a="http://schemas.openxmlformats.org/drawingml/2006/main" xmlns:r="http://schemas.openxmlformats.org/officeDocument/2006/relationships" xmlns:p="http://schemas.openxmlformats.org/presentationml/2006/main">
  <p:tag name="TAG_LANGUAGETEXTBOX" val="Eng US"/>
</p:tagLst>
</file>

<file path=ppt/tags/tag4.xml><?xml version="1.0" encoding="utf-8"?>
<p:tagLst xmlns:a="http://schemas.openxmlformats.org/drawingml/2006/main" xmlns:r="http://schemas.openxmlformats.org/officeDocument/2006/relationships" xmlns:p="http://schemas.openxmlformats.org/presentationml/2006/main">
  <p:tag name="TAG_VERSIONTEXTBOX" val="1.0"/>
</p:tagLst>
</file>

<file path=ppt/theme/theme1.xml><?xml version="1.0" encoding="utf-8"?>
<a:theme xmlns:a="http://schemas.openxmlformats.org/drawingml/2006/main" name="Scania">
  <a:themeElements>
    <a:clrScheme name="Scania">
      <a:dk1>
        <a:sysClr val="windowText" lastClr="000000"/>
      </a:dk1>
      <a:lt1>
        <a:sysClr val="window" lastClr="FFFFFF"/>
      </a:lt1>
      <a:dk2>
        <a:srgbClr val="D6001C"/>
      </a:dk2>
      <a:lt2>
        <a:srgbClr val="CEB888"/>
      </a:lt2>
      <a:accent1>
        <a:srgbClr val="041E42"/>
      </a:accent1>
      <a:accent2>
        <a:srgbClr val="97999B"/>
      </a:accent2>
      <a:accent3>
        <a:srgbClr val="C8C9C7"/>
      </a:accent3>
      <a:accent4>
        <a:srgbClr val="E3520C"/>
      </a:accent4>
      <a:accent5>
        <a:srgbClr val="94A596"/>
      </a:accent5>
      <a:accent6>
        <a:srgbClr val="2C5234"/>
      </a:accent6>
      <a:hlink>
        <a:srgbClr val="281E42"/>
      </a:hlink>
      <a:folHlink>
        <a:srgbClr val="281E42"/>
      </a:folHlink>
    </a:clrScheme>
    <a:fontScheme name="Scania">
      <a:majorFont>
        <a:latin typeface="Scania Office Headline Bold"/>
        <a:ea typeface=""/>
        <a:cs typeface=""/>
      </a:majorFont>
      <a:minorFont>
        <a:latin typeface="Scania Offic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lnSpc>
            <a:spcPct val="90000"/>
          </a:lnSpc>
          <a:spcBef>
            <a:spcPts val="1200"/>
          </a:spcBef>
          <a:defRPr sz="2400" dirty="0" err="1" smtClean="0"/>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none" rtlCol="0">
        <a:spAutoFit/>
      </a:bodyPr>
      <a:lstStyle>
        <a:defPPr>
          <a:lnSpc>
            <a:spcPct val="90000"/>
          </a:lnSpc>
          <a:spcBef>
            <a:spcPts val="1200"/>
          </a:spcBef>
          <a:defRPr sz="2400" dirty="0" err="1" smtClean="0">
            <a:solidFill>
              <a:schemeClr val="accent1"/>
            </a:solidFill>
          </a:defRPr>
        </a:defPPr>
      </a:lstStyle>
    </a:txDef>
  </a:objectDefaults>
  <a:extraClrSchemeLst/>
  <a:extLst>
    <a:ext uri="{05A4C25C-085E-4340-85A3-A5531E510DB2}">
      <thm15:themeFamily xmlns:thm15="http://schemas.microsoft.com/office/thememl/2012/main" name="Basic_template_Arial" id="{28C9FBEE-A192-4657-9310-F0E02FAF3597}" vid="{B8352A22-3A79-4B67-AF18-A80594DFB83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ED0B5F8D0597A845933FB89DC4C4692C" ma:contentTypeVersion="15" ma:contentTypeDescription="Create a new document." ma:contentTypeScope="" ma:versionID="299117e3d31fa0413e7aef29fdcfa935">
  <xsd:schema xmlns:xsd="http://www.w3.org/2001/XMLSchema" xmlns:xs="http://www.w3.org/2001/XMLSchema" xmlns:p="http://schemas.microsoft.com/office/2006/metadata/properties" xmlns:ns2="2fbec74d-d5bf-48a1-b2a8-092bf90307ab" xmlns:ns3="2e6071a1-c107-4090-a3e0-cb6f80412bc6" xmlns:ns4="eed12ca6-c8e7-4adf-a156-396e43ae0158" targetNamespace="http://schemas.microsoft.com/office/2006/metadata/properties" ma:root="true" ma:fieldsID="5a5df187e8121c65404654d4a23d36bc" ns2:_="" ns3:_="" ns4:_="">
    <xsd:import namespace="2fbec74d-d5bf-48a1-b2a8-092bf90307ab"/>
    <xsd:import namespace="2e6071a1-c107-4090-a3e0-cb6f80412bc6"/>
    <xsd:import namespace="eed12ca6-c8e7-4adf-a156-396e43ae0158"/>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DateTaken" minOccurs="0"/>
                <xsd:element ref="ns2:MediaServiceAutoTags" minOccurs="0"/>
                <xsd:element ref="ns2:MediaServiceGenerationTime" minOccurs="0"/>
                <xsd:element ref="ns2:MediaServiceEventHashCode" minOccurs="0"/>
                <xsd:element ref="ns2:MediaServiceAutoKeyPoints" minOccurs="0"/>
                <xsd:element ref="ns2:MediaServiceKeyPoints" minOccurs="0"/>
                <xsd:element ref="ns2:MediaServiceOCR" minOccurs="0"/>
                <xsd:element ref="ns2:MediaLengthInSeconds" minOccurs="0"/>
                <xsd:element ref="ns2:lcf76f155ced4ddcb4097134ff3c332f" minOccurs="0"/>
                <xsd:element ref="ns4:TaxCatchAll"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fbec74d-d5bf-48a1-b2a8-092bf90307a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true">
      <xsd:simpleType>
        <xsd:restriction base="dms:Note">
          <xsd:maxLength value="255"/>
        </xsd:restriction>
      </xsd:simpleType>
    </xsd:element>
    <xsd:element name="MediaServiceOCR" ma:index="18" nillable="true" ma:displayName="Extracted Text" ma:internalName="MediaServiceOCR" ma:readOnly="true">
      <xsd:simpleType>
        <xsd:restriction base="dms:Note">
          <xsd:maxLength value="255"/>
        </xsd:restriction>
      </xsd:simpleType>
    </xsd:element>
    <xsd:element name="MediaLengthInSeconds" ma:index="19" nillable="true" ma:displayName="MediaLengthInSeconds" ma:hidden="true" ma:internalName="MediaLengthInSeconds" ma:readOnly="true">
      <xsd:simpleType>
        <xsd:restriction base="dms:Unknown"/>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39b4542d-ed94-4c33-b618-c50f5b46dbc8" ma:termSetId="09814cd3-568e-fe90-9814-8d621ff8fb84" ma:anchorId="fba54fb3-c3e1-fe81-a776-ca4b69148c4d" ma:open="tru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2e6071a1-c107-4090-a3e0-cb6f80412bc6"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eed12ca6-c8e7-4adf-a156-396e43ae0158" elementFormDefault="qualified">
    <xsd:import namespace="http://schemas.microsoft.com/office/2006/documentManagement/types"/>
    <xsd:import namespace="http://schemas.microsoft.com/office/infopath/2007/PartnerControls"/>
    <xsd:element name="TaxCatchAll" ma:index="22" nillable="true" ma:displayName="Taxonomy Catch All Column" ma:hidden="true" ma:list="{6028cf3b-ed18-4331-8937-5e5ab2baae85}" ma:internalName="TaxCatchAll" ma:showField="CatchAllData" ma:web="2e6071a1-c107-4090-a3e0-cb6f80412bc6">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257B0B1A-516E-47AB-9FCE-A290DB7A3431}">
  <ds:schemaRefs>
    <ds:schemaRef ds:uri="http://schemas.microsoft.com/sharepoint/v3/contenttype/forms"/>
  </ds:schemaRefs>
</ds:datastoreItem>
</file>

<file path=customXml/itemProps2.xml><?xml version="1.0" encoding="utf-8"?>
<ds:datastoreItem xmlns:ds="http://schemas.openxmlformats.org/officeDocument/2006/customXml" ds:itemID="{636020F9-4F75-47E4-A83C-8215C2254C2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2fbec74d-d5bf-48a1-b2a8-092bf90307ab"/>
    <ds:schemaRef ds:uri="2e6071a1-c107-4090-a3e0-cb6f80412bc6"/>
    <ds:schemaRef ds:uri="eed12ca6-c8e7-4adf-a156-396e43ae0158"/>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a7f2ec83-e677-438d-afb7-4c7c0dbc872b}" enabled="1" method="Standard" siteId="{3bc062e4-ac9d-4c17-b4dd-3aad637ff1ac}" contentBits="0" removed="0"/>
</clbl:labelList>
</file>

<file path=docProps/app.xml><?xml version="1.0" encoding="utf-8"?>
<Properties xmlns="http://schemas.openxmlformats.org/officeDocument/2006/extended-properties" xmlns:vt="http://schemas.openxmlformats.org/officeDocument/2006/docPropsVTypes">
  <Template>Scania</Template>
  <TotalTime>615</TotalTime>
  <Words>1568</Words>
  <Application>Microsoft Macintosh PowerPoint</Application>
  <PresentationFormat>Widescreen</PresentationFormat>
  <Paragraphs>222</Paragraphs>
  <Slides>17</Slides>
  <Notes>8</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17</vt:i4>
      </vt:variant>
    </vt:vector>
  </HeadingPairs>
  <TitlesOfParts>
    <vt:vector size="23" baseType="lpstr">
      <vt:lpstr>Scania Office Bold</vt:lpstr>
      <vt:lpstr>Calibri</vt:lpstr>
      <vt:lpstr>Scania Office Headline</vt:lpstr>
      <vt:lpstr>Scania Office</vt:lpstr>
      <vt:lpstr>Arial</vt:lpstr>
      <vt:lpstr>Scania</vt:lpstr>
      <vt:lpstr>Using a VLM for evaluating ground truth data of the MAN TruckScenes Dataset </vt:lpstr>
      <vt:lpstr>Agenda</vt:lpstr>
      <vt:lpstr>Introduction</vt:lpstr>
      <vt:lpstr>What is a Vision-Language Model (VLM)?</vt:lpstr>
      <vt:lpstr>LLaVA-v1.6-Mistral-7B-HF</vt:lpstr>
      <vt:lpstr>MAN TruckScenes</vt:lpstr>
      <vt:lpstr>Evaluation Methodology and Iterative Process</vt:lpstr>
      <vt:lpstr>Phase 1: Initial Proof of Concept (POC)</vt:lpstr>
      <vt:lpstr>Phase 2: Enhanced Solution Based on POC</vt:lpstr>
      <vt:lpstr>Phase 3: Full Dataset Testing</vt:lpstr>
      <vt:lpstr>Results</vt:lpstr>
      <vt:lpstr>Results</vt:lpstr>
      <vt:lpstr>PowerPoint Presentation</vt:lpstr>
      <vt:lpstr>Discussion</vt:lpstr>
      <vt:lpstr>Overall Limitations</vt:lpstr>
      <vt:lpstr>Next Steps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Fonseca Ruben</dc:creator>
  <cp:lastModifiedBy>Fonseca Ruben</cp:lastModifiedBy>
  <cp:revision>6</cp:revision>
  <dcterms:created xsi:type="dcterms:W3CDTF">2024-11-11T08:03:40Z</dcterms:created>
  <dcterms:modified xsi:type="dcterms:W3CDTF">2024-11-12T12:55:16Z</dcterms:modified>
</cp:coreProperties>
</file>